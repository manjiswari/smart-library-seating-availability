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780" y="6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jp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294484"/>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0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1" i="0">
                <a:solidFill>
                  <a:srgbClr val="294484"/>
                </a:solidFill>
                <a:latin typeface="Times New Roman"/>
                <a:cs typeface="Times New Roman"/>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9" cy="10286998"/>
          </a:xfrm>
          <a:prstGeom prst="rect">
            <a:avLst/>
          </a:prstGeom>
        </p:spPr>
      </p:pic>
      <p:sp>
        <p:nvSpPr>
          <p:cNvPr id="17" name="bg object 17"/>
          <p:cNvSpPr/>
          <p:nvPr/>
        </p:nvSpPr>
        <p:spPr>
          <a:xfrm>
            <a:off x="914399" y="914400"/>
            <a:ext cx="16459200" cy="8458200"/>
          </a:xfrm>
          <a:custGeom>
            <a:avLst/>
            <a:gdLst/>
            <a:ahLst/>
            <a:cxnLst/>
            <a:rect l="l" t="t" r="r" b="b"/>
            <a:pathLst>
              <a:path w="16459200" h="8458200">
                <a:moveTo>
                  <a:pt x="0" y="8458200"/>
                </a:moveTo>
                <a:lnTo>
                  <a:pt x="16459200" y="8458200"/>
                </a:lnTo>
                <a:lnTo>
                  <a:pt x="16459200" y="0"/>
                </a:lnTo>
                <a:lnTo>
                  <a:pt x="0" y="0"/>
                </a:lnTo>
                <a:lnTo>
                  <a:pt x="0" y="8458200"/>
                </a:lnTo>
                <a:close/>
              </a:path>
            </a:pathLst>
          </a:custGeom>
          <a:ln w="15875">
            <a:solidFill>
              <a:srgbClr val="83992A"/>
            </a:solidFill>
          </a:ln>
        </p:spPr>
        <p:txBody>
          <a:bodyPr wrap="square" lIns="0" tIns="0" rIns="0" bIns="0" rtlCol="0"/>
          <a:lstStyle/>
          <a:p>
            <a:endParaRPr/>
          </a:p>
        </p:txBody>
      </p:sp>
      <p:pic>
        <p:nvPicPr>
          <p:cNvPr id="18" name="bg object 18"/>
          <p:cNvPicPr/>
          <p:nvPr/>
        </p:nvPicPr>
        <p:blipFill>
          <a:blip r:embed="rId3" cstate="print"/>
          <a:stretch>
            <a:fillRect/>
          </a:stretch>
        </p:blipFill>
        <p:spPr>
          <a:xfrm>
            <a:off x="0" y="4733925"/>
            <a:ext cx="1142999" cy="904875"/>
          </a:xfrm>
          <a:prstGeom prst="rect">
            <a:avLst/>
          </a:prstGeom>
        </p:spPr>
      </p:pic>
      <p:pic>
        <p:nvPicPr>
          <p:cNvPr id="19" name="bg object 19"/>
          <p:cNvPicPr/>
          <p:nvPr/>
        </p:nvPicPr>
        <p:blipFill>
          <a:blip r:embed="rId4" cstate="print"/>
          <a:stretch>
            <a:fillRect/>
          </a:stretch>
        </p:blipFill>
        <p:spPr>
          <a:xfrm>
            <a:off x="17154525" y="4733925"/>
            <a:ext cx="1133475" cy="904875"/>
          </a:xfrm>
          <a:prstGeom prst="rect">
            <a:avLst/>
          </a:prstGeom>
        </p:spPr>
      </p:pic>
      <p:sp>
        <p:nvSpPr>
          <p:cNvPr id="20" name="bg object 20"/>
          <p:cNvSpPr/>
          <p:nvPr/>
        </p:nvSpPr>
        <p:spPr>
          <a:xfrm>
            <a:off x="11155699" y="4825"/>
            <a:ext cx="7132320" cy="10282555"/>
          </a:xfrm>
          <a:custGeom>
            <a:avLst/>
            <a:gdLst/>
            <a:ahLst/>
            <a:cxnLst/>
            <a:rect l="l" t="t" r="r" b="b"/>
            <a:pathLst>
              <a:path w="7132319" h="10282555">
                <a:moveTo>
                  <a:pt x="2898501" y="0"/>
                </a:moveTo>
                <a:lnTo>
                  <a:pt x="4735594" y="10282170"/>
                </a:lnTo>
              </a:path>
              <a:path w="7132319" h="10282555">
                <a:moveTo>
                  <a:pt x="7132300" y="5517859"/>
                </a:moveTo>
                <a:lnTo>
                  <a:pt x="0" y="10282170"/>
                </a:lnTo>
              </a:path>
            </a:pathLst>
          </a:custGeom>
          <a:ln w="9525">
            <a:solidFill>
              <a:srgbClr val="FFFFFF"/>
            </a:solidFill>
          </a:ln>
        </p:spPr>
        <p:txBody>
          <a:bodyPr wrap="square" lIns="0" tIns="0" rIns="0" bIns="0" rtlCol="0"/>
          <a:lstStyle/>
          <a:p>
            <a:endParaRPr/>
          </a:p>
        </p:txBody>
      </p:sp>
      <p:pic>
        <p:nvPicPr>
          <p:cNvPr id="21" name="bg object 21"/>
          <p:cNvPicPr/>
          <p:nvPr/>
        </p:nvPicPr>
        <p:blipFill>
          <a:blip r:embed="rId5" cstate="print"/>
          <a:stretch>
            <a:fillRect/>
          </a:stretch>
        </p:blipFill>
        <p:spPr>
          <a:xfrm>
            <a:off x="1143000" y="4114800"/>
            <a:ext cx="11553825" cy="5372100"/>
          </a:xfrm>
          <a:prstGeom prst="rect">
            <a:avLst/>
          </a:prstGeom>
        </p:spPr>
      </p:pic>
      <p:sp>
        <p:nvSpPr>
          <p:cNvPr id="2" name="Holder 2"/>
          <p:cNvSpPr>
            <a:spLocks noGrp="1"/>
          </p:cNvSpPr>
          <p:nvPr>
            <p:ph type="title"/>
          </p:nvPr>
        </p:nvSpPr>
        <p:spPr/>
        <p:txBody>
          <a:bodyPr lIns="0" tIns="0" rIns="0" bIns="0"/>
          <a:lstStyle>
            <a:lvl1pPr>
              <a:defRPr sz="5400" b="1" i="0">
                <a:solidFill>
                  <a:srgbClr val="29448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7999" cy="10286998"/>
          </a:xfrm>
          <a:prstGeom prst="rect">
            <a:avLst/>
          </a:prstGeom>
        </p:spPr>
      </p:pic>
      <p:sp>
        <p:nvSpPr>
          <p:cNvPr id="17" name="bg object 17"/>
          <p:cNvSpPr/>
          <p:nvPr/>
        </p:nvSpPr>
        <p:spPr>
          <a:xfrm>
            <a:off x="914399" y="914400"/>
            <a:ext cx="16459200" cy="8458200"/>
          </a:xfrm>
          <a:custGeom>
            <a:avLst/>
            <a:gdLst/>
            <a:ahLst/>
            <a:cxnLst/>
            <a:rect l="l" t="t" r="r" b="b"/>
            <a:pathLst>
              <a:path w="16459200" h="8458200">
                <a:moveTo>
                  <a:pt x="0" y="8458200"/>
                </a:moveTo>
                <a:lnTo>
                  <a:pt x="16459200" y="8458200"/>
                </a:lnTo>
                <a:lnTo>
                  <a:pt x="16459200" y="0"/>
                </a:lnTo>
                <a:lnTo>
                  <a:pt x="0" y="0"/>
                </a:lnTo>
                <a:lnTo>
                  <a:pt x="0" y="8458200"/>
                </a:lnTo>
                <a:close/>
              </a:path>
            </a:pathLst>
          </a:custGeom>
          <a:ln w="15875">
            <a:solidFill>
              <a:srgbClr val="83992A"/>
            </a:solidFill>
          </a:ln>
        </p:spPr>
        <p:txBody>
          <a:bodyPr wrap="square" lIns="0" tIns="0" rIns="0" bIns="0" rtlCol="0"/>
          <a:lstStyle/>
          <a:p>
            <a:endParaRPr/>
          </a:p>
        </p:txBody>
      </p:sp>
      <p:pic>
        <p:nvPicPr>
          <p:cNvPr id="18" name="bg object 18"/>
          <p:cNvPicPr/>
          <p:nvPr/>
        </p:nvPicPr>
        <p:blipFill>
          <a:blip r:embed="rId8" cstate="print"/>
          <a:stretch>
            <a:fillRect/>
          </a:stretch>
        </p:blipFill>
        <p:spPr>
          <a:xfrm>
            <a:off x="0" y="4733925"/>
            <a:ext cx="1142999" cy="904875"/>
          </a:xfrm>
          <a:prstGeom prst="rect">
            <a:avLst/>
          </a:prstGeom>
        </p:spPr>
      </p:pic>
      <p:pic>
        <p:nvPicPr>
          <p:cNvPr id="19" name="bg object 19"/>
          <p:cNvPicPr/>
          <p:nvPr/>
        </p:nvPicPr>
        <p:blipFill>
          <a:blip r:embed="rId9" cstate="print"/>
          <a:stretch>
            <a:fillRect/>
          </a:stretch>
        </p:blipFill>
        <p:spPr>
          <a:xfrm>
            <a:off x="17154525" y="4733925"/>
            <a:ext cx="1133475" cy="904875"/>
          </a:xfrm>
          <a:prstGeom prst="rect">
            <a:avLst/>
          </a:prstGeom>
        </p:spPr>
      </p:pic>
      <p:sp>
        <p:nvSpPr>
          <p:cNvPr id="20" name="bg object 20"/>
          <p:cNvSpPr/>
          <p:nvPr/>
        </p:nvSpPr>
        <p:spPr>
          <a:xfrm>
            <a:off x="11155699" y="4825"/>
            <a:ext cx="7132320" cy="10282555"/>
          </a:xfrm>
          <a:custGeom>
            <a:avLst/>
            <a:gdLst/>
            <a:ahLst/>
            <a:cxnLst/>
            <a:rect l="l" t="t" r="r" b="b"/>
            <a:pathLst>
              <a:path w="7132319" h="10282555">
                <a:moveTo>
                  <a:pt x="2898501" y="0"/>
                </a:moveTo>
                <a:lnTo>
                  <a:pt x="4735594" y="10282170"/>
                </a:lnTo>
              </a:path>
              <a:path w="7132319" h="10282555">
                <a:moveTo>
                  <a:pt x="7132300" y="5517859"/>
                </a:moveTo>
                <a:lnTo>
                  <a:pt x="0" y="10282170"/>
                </a:lnTo>
              </a:path>
            </a:pathLst>
          </a:custGeom>
          <a:ln w="9525">
            <a:solidFill>
              <a:srgbClr val="FFFFFF"/>
            </a:solidFill>
          </a:ln>
        </p:spPr>
        <p:txBody>
          <a:bodyPr wrap="square" lIns="0" tIns="0" rIns="0" bIns="0" rtlCol="0"/>
          <a:lstStyle/>
          <a:p>
            <a:endParaRPr/>
          </a:p>
        </p:txBody>
      </p:sp>
      <p:sp>
        <p:nvSpPr>
          <p:cNvPr id="2" name="Holder 2"/>
          <p:cNvSpPr>
            <a:spLocks noGrp="1"/>
          </p:cNvSpPr>
          <p:nvPr>
            <p:ph type="title"/>
          </p:nvPr>
        </p:nvSpPr>
        <p:spPr>
          <a:xfrm>
            <a:off x="1031875" y="880363"/>
            <a:ext cx="15979775" cy="849630"/>
          </a:xfrm>
          <a:prstGeom prst="rect">
            <a:avLst/>
          </a:prstGeom>
        </p:spPr>
        <p:txBody>
          <a:bodyPr wrap="square" lIns="0" tIns="0" rIns="0" bIns="0">
            <a:spAutoFit/>
          </a:bodyPr>
          <a:lstStyle>
            <a:lvl1pPr>
              <a:defRPr sz="5400" b="1" i="0">
                <a:solidFill>
                  <a:srgbClr val="294484"/>
                </a:solidFill>
                <a:latin typeface="Times New Roman"/>
                <a:cs typeface="Times New Roman"/>
              </a:defRPr>
            </a:lvl1pPr>
          </a:lstStyle>
          <a:p>
            <a:endParaRPr/>
          </a:p>
        </p:txBody>
      </p:sp>
      <p:sp>
        <p:nvSpPr>
          <p:cNvPr id="3" name="Holder 3"/>
          <p:cNvSpPr>
            <a:spLocks noGrp="1"/>
          </p:cNvSpPr>
          <p:nvPr>
            <p:ph type="body" idx="1"/>
          </p:nvPr>
        </p:nvSpPr>
        <p:spPr>
          <a:xfrm>
            <a:off x="1608455" y="2788856"/>
            <a:ext cx="14434819" cy="6032500"/>
          </a:xfrm>
          <a:prstGeom prst="rect">
            <a:avLst/>
          </a:prstGeom>
        </p:spPr>
        <p:txBody>
          <a:bodyPr wrap="square" lIns="0" tIns="0" rIns="0" bIns="0">
            <a:spAutoFit/>
          </a:bodyPr>
          <a:lstStyle>
            <a:lvl1pPr>
              <a:defRPr sz="3000" b="0" i="0">
                <a:solidFill>
                  <a:srgbClr val="404040"/>
                </a:solidFill>
                <a:latin typeface="Times New Roman"/>
                <a:cs typeface="Times New Roman"/>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9/11/2025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155699" y="4825"/>
            <a:ext cx="7132320" cy="10282555"/>
          </a:xfrm>
          <a:custGeom>
            <a:avLst/>
            <a:gdLst/>
            <a:ahLst/>
            <a:cxnLst/>
            <a:rect l="l" t="t" r="r" b="b"/>
            <a:pathLst>
              <a:path w="7132319" h="10282555">
                <a:moveTo>
                  <a:pt x="2898501" y="0"/>
                </a:moveTo>
                <a:lnTo>
                  <a:pt x="4735594" y="10282170"/>
                </a:lnTo>
              </a:path>
              <a:path w="7132319" h="10282555">
                <a:moveTo>
                  <a:pt x="7132300" y="5517859"/>
                </a:moveTo>
                <a:lnTo>
                  <a:pt x="0" y="10282170"/>
                </a:lnTo>
              </a:path>
            </a:pathLst>
          </a:custGeom>
          <a:ln w="9525">
            <a:solidFill>
              <a:srgbClr val="FFFFFF"/>
            </a:solidFill>
          </a:ln>
        </p:spPr>
        <p:txBody>
          <a:bodyPr wrap="square" lIns="0" tIns="0" rIns="0" bIns="0" rtlCol="0"/>
          <a:lstStyle/>
          <a:p>
            <a:endParaRPr/>
          </a:p>
        </p:txBody>
      </p:sp>
      <p:sp>
        <p:nvSpPr>
          <p:cNvPr id="3" name="object 3"/>
          <p:cNvSpPr txBox="1">
            <a:spLocks noGrp="1"/>
          </p:cNvSpPr>
          <p:nvPr>
            <p:ph type="title"/>
          </p:nvPr>
        </p:nvSpPr>
        <p:spPr>
          <a:xfrm>
            <a:off x="1837054" y="797178"/>
            <a:ext cx="9641205" cy="844462"/>
          </a:xfrm>
          <a:prstGeom prst="rect">
            <a:avLst/>
          </a:prstGeom>
        </p:spPr>
        <p:txBody>
          <a:bodyPr vert="horz" wrap="square" lIns="0" tIns="13335" rIns="0" bIns="0" rtlCol="0">
            <a:spAutoFit/>
          </a:bodyPr>
          <a:lstStyle/>
          <a:p>
            <a:pPr marL="12700">
              <a:lnSpc>
                <a:spcPct val="100000"/>
              </a:lnSpc>
              <a:spcBef>
                <a:spcPts val="105"/>
              </a:spcBef>
              <a:tabLst>
                <a:tab pos="6542405" algn="l"/>
              </a:tabLst>
            </a:pPr>
            <a:r>
              <a:rPr dirty="0">
                <a:solidFill>
                  <a:srgbClr val="000000"/>
                </a:solidFill>
              </a:rPr>
              <a:t>PROJECT</a:t>
            </a:r>
            <a:r>
              <a:rPr spc="-85" dirty="0">
                <a:solidFill>
                  <a:srgbClr val="000000"/>
                </a:solidFill>
              </a:rPr>
              <a:t> </a:t>
            </a:r>
            <a:r>
              <a:rPr spc="-45" dirty="0">
                <a:solidFill>
                  <a:srgbClr val="000000"/>
                </a:solidFill>
              </a:rPr>
              <a:t>REPORT	</a:t>
            </a:r>
            <a:r>
              <a:rPr spc="-5" dirty="0">
                <a:solidFill>
                  <a:srgbClr val="000000"/>
                </a:solidFill>
              </a:rPr>
              <a:t>(</a:t>
            </a:r>
            <a:r>
              <a:rPr b="0" spc="-5" dirty="0">
                <a:solidFill>
                  <a:srgbClr val="000000"/>
                </a:solidFill>
                <a:latin typeface="Times New Roman"/>
                <a:cs typeface="Times New Roman"/>
              </a:rPr>
              <a:t>ECS1002</a:t>
            </a:r>
            <a:r>
              <a:rPr spc="-5" dirty="0" smtClean="0">
                <a:solidFill>
                  <a:srgbClr val="000000"/>
                </a:solidFill>
              </a:rPr>
              <a:t>)</a:t>
            </a:r>
            <a:endParaRPr spc="-5" dirty="0">
              <a:solidFill>
                <a:srgbClr val="000000"/>
              </a:solidFill>
            </a:endParaRPr>
          </a:p>
        </p:txBody>
      </p:sp>
      <p:sp>
        <p:nvSpPr>
          <p:cNvPr id="4" name="object 4"/>
          <p:cNvSpPr txBox="1"/>
          <p:nvPr/>
        </p:nvSpPr>
        <p:spPr>
          <a:xfrm>
            <a:off x="1131569" y="2233295"/>
            <a:ext cx="10610215" cy="6817995"/>
          </a:xfrm>
          <a:prstGeom prst="rect">
            <a:avLst/>
          </a:prstGeom>
        </p:spPr>
        <p:txBody>
          <a:bodyPr vert="horz" wrap="square" lIns="0" tIns="43815" rIns="0" bIns="0" rtlCol="0">
            <a:spAutoFit/>
          </a:bodyPr>
          <a:lstStyle/>
          <a:p>
            <a:pPr marL="149225" marR="2850515" indent="92075">
              <a:lnSpc>
                <a:spcPts val="4950"/>
              </a:lnSpc>
              <a:spcBef>
                <a:spcPts val="345"/>
              </a:spcBef>
            </a:pPr>
            <a:r>
              <a:rPr sz="4200" b="1" spc="-5" dirty="0">
                <a:solidFill>
                  <a:srgbClr val="294484"/>
                </a:solidFill>
                <a:latin typeface="Times New Roman"/>
                <a:cs typeface="Times New Roman"/>
              </a:rPr>
              <a:t>PROJECT TITLE </a:t>
            </a:r>
            <a:r>
              <a:rPr sz="4200" b="1" dirty="0">
                <a:solidFill>
                  <a:srgbClr val="294484"/>
                </a:solidFill>
                <a:latin typeface="Times New Roman"/>
                <a:cs typeface="Times New Roman"/>
              </a:rPr>
              <a:t>– </a:t>
            </a:r>
            <a:r>
              <a:rPr sz="4200" b="1" spc="-15" dirty="0">
                <a:solidFill>
                  <a:srgbClr val="294484"/>
                </a:solidFill>
                <a:latin typeface="Times New Roman"/>
                <a:cs typeface="Times New Roman"/>
              </a:rPr>
              <a:t>ALCOHOL </a:t>
            </a:r>
            <a:r>
              <a:rPr sz="4200" b="1" spc="-1035" dirty="0">
                <a:solidFill>
                  <a:srgbClr val="294484"/>
                </a:solidFill>
                <a:latin typeface="Times New Roman"/>
                <a:cs typeface="Times New Roman"/>
              </a:rPr>
              <a:t> </a:t>
            </a:r>
            <a:r>
              <a:rPr sz="4200" b="1" dirty="0">
                <a:solidFill>
                  <a:srgbClr val="294484"/>
                </a:solidFill>
                <a:latin typeface="Times New Roman"/>
                <a:cs typeface="Times New Roman"/>
              </a:rPr>
              <a:t>DETECTION</a:t>
            </a:r>
            <a:r>
              <a:rPr sz="4200" b="1" spc="-114" dirty="0">
                <a:solidFill>
                  <a:srgbClr val="294484"/>
                </a:solidFill>
                <a:latin typeface="Times New Roman"/>
                <a:cs typeface="Times New Roman"/>
              </a:rPr>
              <a:t> </a:t>
            </a:r>
            <a:r>
              <a:rPr sz="4200" b="1" spc="-10" dirty="0">
                <a:solidFill>
                  <a:srgbClr val="294484"/>
                </a:solidFill>
                <a:latin typeface="Times New Roman"/>
                <a:cs typeface="Times New Roman"/>
              </a:rPr>
              <a:t>IGNITION</a:t>
            </a:r>
            <a:r>
              <a:rPr sz="4200" b="1" spc="-45" dirty="0">
                <a:solidFill>
                  <a:srgbClr val="294484"/>
                </a:solidFill>
                <a:latin typeface="Times New Roman"/>
                <a:cs typeface="Times New Roman"/>
              </a:rPr>
              <a:t> </a:t>
            </a:r>
            <a:r>
              <a:rPr sz="4200" b="1" spc="-10" dirty="0">
                <a:solidFill>
                  <a:srgbClr val="294484"/>
                </a:solidFill>
                <a:latin typeface="Times New Roman"/>
                <a:cs typeface="Times New Roman"/>
              </a:rPr>
              <a:t>LOCK</a:t>
            </a:r>
            <a:endParaRPr sz="4200" dirty="0">
              <a:latin typeface="Times New Roman"/>
              <a:cs typeface="Times New Roman"/>
            </a:endParaRPr>
          </a:p>
          <a:p>
            <a:pPr marL="12700">
              <a:lnSpc>
                <a:spcPts val="4750"/>
              </a:lnSpc>
            </a:pPr>
            <a:r>
              <a:rPr sz="4400" u="heavy" spc="15" dirty="0">
                <a:uFill>
                  <a:solidFill>
                    <a:srgbClr val="000000"/>
                  </a:solidFill>
                </a:uFill>
                <a:latin typeface="Times New Roman"/>
                <a:cs typeface="Times New Roman"/>
              </a:rPr>
              <a:t>Submitted</a:t>
            </a:r>
            <a:r>
              <a:rPr sz="4400" u="heavy" spc="-15" dirty="0">
                <a:uFill>
                  <a:solidFill>
                    <a:srgbClr val="000000"/>
                  </a:solidFill>
                </a:uFill>
                <a:latin typeface="Times New Roman"/>
                <a:cs typeface="Times New Roman"/>
              </a:rPr>
              <a:t> </a:t>
            </a:r>
            <a:r>
              <a:rPr sz="4400" u="heavy" spc="30" dirty="0">
                <a:uFill>
                  <a:solidFill>
                    <a:srgbClr val="000000"/>
                  </a:solidFill>
                </a:uFill>
                <a:latin typeface="Times New Roman"/>
                <a:cs typeface="Times New Roman"/>
              </a:rPr>
              <a:t>by</a:t>
            </a:r>
            <a:r>
              <a:rPr sz="4400" u="heavy" spc="-75" dirty="0">
                <a:uFill>
                  <a:solidFill>
                    <a:srgbClr val="000000"/>
                  </a:solidFill>
                </a:uFill>
                <a:latin typeface="Times New Roman"/>
                <a:cs typeface="Times New Roman"/>
              </a:rPr>
              <a:t> </a:t>
            </a:r>
            <a:r>
              <a:rPr sz="4400" u="heavy" spc="5" dirty="0">
                <a:uFill>
                  <a:solidFill>
                    <a:srgbClr val="000000"/>
                  </a:solidFill>
                </a:uFill>
                <a:latin typeface="Times New Roman"/>
                <a:cs typeface="Times New Roman"/>
              </a:rPr>
              <a:t>:</a:t>
            </a:r>
            <a:endParaRPr sz="4400" dirty="0">
              <a:latin typeface="Times New Roman"/>
              <a:cs typeface="Times New Roman"/>
            </a:endParaRPr>
          </a:p>
          <a:p>
            <a:pPr marL="840105" indent="-476884">
              <a:lnSpc>
                <a:spcPts val="4530"/>
              </a:lnSpc>
              <a:buFont typeface="Arial MT"/>
              <a:buChar char="•"/>
              <a:tabLst>
                <a:tab pos="840105" algn="l"/>
                <a:tab pos="840740" algn="l"/>
              </a:tabLst>
            </a:pPr>
            <a:r>
              <a:rPr sz="3900" spc="-5" dirty="0">
                <a:latin typeface="Times New Roman"/>
                <a:cs typeface="Times New Roman"/>
              </a:rPr>
              <a:t>Satwika</a:t>
            </a:r>
            <a:r>
              <a:rPr sz="3900" spc="-80" dirty="0">
                <a:latin typeface="Times New Roman"/>
                <a:cs typeface="Times New Roman"/>
              </a:rPr>
              <a:t> </a:t>
            </a:r>
            <a:r>
              <a:rPr sz="3900" spc="-5" dirty="0">
                <a:latin typeface="Times New Roman"/>
                <a:cs typeface="Times New Roman"/>
              </a:rPr>
              <a:t>Malla</a:t>
            </a:r>
            <a:r>
              <a:rPr sz="3900" spc="-55" dirty="0">
                <a:latin typeface="Times New Roman"/>
                <a:cs typeface="Times New Roman"/>
              </a:rPr>
              <a:t> </a:t>
            </a:r>
            <a:r>
              <a:rPr sz="3900" spc="-10" dirty="0">
                <a:latin typeface="Times New Roman"/>
                <a:cs typeface="Times New Roman"/>
              </a:rPr>
              <a:t>(23BCE8932)</a:t>
            </a:r>
            <a:endParaRPr sz="3900" dirty="0">
              <a:latin typeface="Times New Roman"/>
              <a:cs typeface="Times New Roman"/>
            </a:endParaRPr>
          </a:p>
          <a:p>
            <a:pPr marL="716280" indent="-353060">
              <a:lnSpc>
                <a:spcPts val="4555"/>
              </a:lnSpc>
              <a:buFont typeface="Arial MT"/>
              <a:buChar char="•"/>
              <a:tabLst>
                <a:tab pos="716915" algn="l"/>
              </a:tabLst>
            </a:pPr>
            <a:r>
              <a:rPr sz="3900" spc="10" dirty="0">
                <a:latin typeface="Times New Roman"/>
                <a:cs typeface="Times New Roman"/>
              </a:rPr>
              <a:t>B.</a:t>
            </a:r>
            <a:r>
              <a:rPr sz="3900" spc="-220" dirty="0">
                <a:latin typeface="Times New Roman"/>
                <a:cs typeface="Times New Roman"/>
              </a:rPr>
              <a:t> </a:t>
            </a:r>
            <a:r>
              <a:rPr sz="3900" spc="-65" dirty="0">
                <a:latin typeface="Times New Roman"/>
                <a:cs typeface="Times New Roman"/>
              </a:rPr>
              <a:t>Varsha(23BEC7068)</a:t>
            </a:r>
            <a:endParaRPr sz="3900" dirty="0">
              <a:latin typeface="Times New Roman"/>
              <a:cs typeface="Times New Roman"/>
            </a:endParaRPr>
          </a:p>
          <a:p>
            <a:pPr marL="716280" indent="-353060">
              <a:lnSpc>
                <a:spcPts val="4630"/>
              </a:lnSpc>
              <a:spcBef>
                <a:spcPts val="350"/>
              </a:spcBef>
              <a:buFont typeface="Arial MT"/>
              <a:buChar char="•"/>
              <a:tabLst>
                <a:tab pos="716915" algn="l"/>
              </a:tabLst>
            </a:pPr>
            <a:r>
              <a:rPr sz="3900" spc="-10" dirty="0">
                <a:latin typeface="Times New Roman"/>
                <a:cs typeface="Times New Roman"/>
              </a:rPr>
              <a:t>M.</a:t>
            </a:r>
            <a:r>
              <a:rPr sz="3900" spc="-55" dirty="0">
                <a:latin typeface="Times New Roman"/>
                <a:cs typeface="Times New Roman"/>
              </a:rPr>
              <a:t> </a:t>
            </a:r>
            <a:r>
              <a:rPr sz="3900" spc="-5" dirty="0">
                <a:latin typeface="Times New Roman"/>
                <a:cs typeface="Times New Roman"/>
              </a:rPr>
              <a:t>Jaya</a:t>
            </a:r>
            <a:r>
              <a:rPr sz="3900" spc="-85" dirty="0">
                <a:latin typeface="Times New Roman"/>
                <a:cs typeface="Times New Roman"/>
              </a:rPr>
              <a:t> </a:t>
            </a:r>
            <a:r>
              <a:rPr sz="3900" spc="-5" dirty="0">
                <a:latin typeface="Times New Roman"/>
                <a:cs typeface="Times New Roman"/>
              </a:rPr>
              <a:t>Sree</a:t>
            </a:r>
            <a:r>
              <a:rPr sz="3900" spc="-70" dirty="0">
                <a:latin typeface="Times New Roman"/>
                <a:cs typeface="Times New Roman"/>
              </a:rPr>
              <a:t> </a:t>
            </a:r>
            <a:r>
              <a:rPr sz="3900" spc="-10" dirty="0">
                <a:latin typeface="Times New Roman"/>
                <a:cs typeface="Times New Roman"/>
              </a:rPr>
              <a:t>(23BCE9335)</a:t>
            </a:r>
            <a:endParaRPr sz="3900" dirty="0">
              <a:latin typeface="Times New Roman"/>
              <a:cs typeface="Times New Roman"/>
            </a:endParaRPr>
          </a:p>
          <a:p>
            <a:pPr marL="716280" indent="-353060">
              <a:lnSpc>
                <a:spcPts val="4615"/>
              </a:lnSpc>
              <a:buFont typeface="Arial MT"/>
              <a:buChar char="•"/>
              <a:tabLst>
                <a:tab pos="716915" algn="l"/>
              </a:tabLst>
            </a:pPr>
            <a:r>
              <a:rPr sz="3900" spc="-15" dirty="0">
                <a:latin typeface="Times New Roman"/>
                <a:cs typeface="Times New Roman"/>
              </a:rPr>
              <a:t>J.Manjiswari</a:t>
            </a:r>
            <a:r>
              <a:rPr sz="3900" spc="-120" dirty="0">
                <a:latin typeface="Times New Roman"/>
                <a:cs typeface="Times New Roman"/>
              </a:rPr>
              <a:t> </a:t>
            </a:r>
            <a:r>
              <a:rPr sz="3900" spc="-10" dirty="0">
                <a:latin typeface="Times New Roman"/>
                <a:cs typeface="Times New Roman"/>
              </a:rPr>
              <a:t>(23BCE9340)</a:t>
            </a:r>
            <a:endParaRPr sz="3900" dirty="0">
              <a:latin typeface="Times New Roman"/>
              <a:cs typeface="Times New Roman"/>
            </a:endParaRPr>
          </a:p>
          <a:p>
            <a:pPr marL="716280" indent="-353060">
              <a:lnSpc>
                <a:spcPts val="4670"/>
              </a:lnSpc>
              <a:buFont typeface="Arial MT"/>
              <a:buChar char="•"/>
              <a:tabLst>
                <a:tab pos="716915" algn="l"/>
              </a:tabLst>
            </a:pPr>
            <a:r>
              <a:rPr sz="3900" spc="-10" dirty="0">
                <a:latin typeface="Times New Roman"/>
                <a:cs typeface="Times New Roman"/>
              </a:rPr>
              <a:t>S.N.</a:t>
            </a:r>
            <a:r>
              <a:rPr sz="3900" spc="-15" dirty="0">
                <a:latin typeface="Times New Roman"/>
                <a:cs typeface="Times New Roman"/>
              </a:rPr>
              <a:t> </a:t>
            </a:r>
            <a:r>
              <a:rPr sz="3900" spc="-5" dirty="0">
                <a:latin typeface="Times New Roman"/>
                <a:cs typeface="Times New Roman"/>
              </a:rPr>
              <a:t>Swetha</a:t>
            </a:r>
            <a:r>
              <a:rPr sz="3900" spc="-35" dirty="0">
                <a:latin typeface="Times New Roman"/>
                <a:cs typeface="Times New Roman"/>
              </a:rPr>
              <a:t> </a:t>
            </a:r>
            <a:r>
              <a:rPr sz="3900" spc="-5" dirty="0">
                <a:latin typeface="Times New Roman"/>
                <a:cs typeface="Times New Roman"/>
              </a:rPr>
              <a:t>Sree</a:t>
            </a:r>
            <a:r>
              <a:rPr sz="3900" spc="-50" dirty="0">
                <a:latin typeface="Times New Roman"/>
                <a:cs typeface="Times New Roman"/>
              </a:rPr>
              <a:t> </a:t>
            </a:r>
            <a:r>
              <a:rPr sz="3900" spc="-15" dirty="0">
                <a:latin typeface="Times New Roman"/>
                <a:cs typeface="Times New Roman"/>
              </a:rPr>
              <a:t>(23BCE8922)</a:t>
            </a:r>
            <a:endParaRPr sz="3900" dirty="0">
              <a:latin typeface="Times New Roman"/>
              <a:cs typeface="Times New Roman"/>
            </a:endParaRPr>
          </a:p>
          <a:p>
            <a:pPr marL="716280" indent="-353060">
              <a:lnSpc>
                <a:spcPts val="4605"/>
              </a:lnSpc>
              <a:spcBef>
                <a:spcPts val="420"/>
              </a:spcBef>
              <a:buFont typeface="Arial MT"/>
              <a:buChar char="•"/>
              <a:tabLst>
                <a:tab pos="716915" algn="l"/>
              </a:tabLst>
            </a:pPr>
            <a:r>
              <a:rPr sz="3900" spc="-10" dirty="0">
                <a:latin typeface="Times New Roman"/>
                <a:cs typeface="Times New Roman"/>
              </a:rPr>
              <a:t>Pothireddy</a:t>
            </a:r>
            <a:r>
              <a:rPr sz="3900" spc="-35" dirty="0">
                <a:latin typeface="Times New Roman"/>
                <a:cs typeface="Times New Roman"/>
              </a:rPr>
              <a:t> </a:t>
            </a:r>
            <a:r>
              <a:rPr sz="3900" spc="-15" dirty="0">
                <a:latin typeface="Times New Roman"/>
                <a:cs typeface="Times New Roman"/>
              </a:rPr>
              <a:t>Guna</a:t>
            </a:r>
            <a:r>
              <a:rPr sz="3900" spc="-204" dirty="0">
                <a:latin typeface="Times New Roman"/>
                <a:cs typeface="Times New Roman"/>
              </a:rPr>
              <a:t> </a:t>
            </a:r>
            <a:r>
              <a:rPr sz="3900" spc="-40" dirty="0">
                <a:latin typeface="Times New Roman"/>
                <a:cs typeface="Times New Roman"/>
              </a:rPr>
              <a:t>Tejaswi(23BCE8937)</a:t>
            </a:r>
            <a:endParaRPr sz="3900" dirty="0">
              <a:latin typeface="Times New Roman"/>
              <a:cs typeface="Times New Roman"/>
            </a:endParaRPr>
          </a:p>
          <a:p>
            <a:pPr marL="12700" marR="5080">
              <a:lnSpc>
                <a:spcPts val="5180"/>
              </a:lnSpc>
            </a:pPr>
            <a:r>
              <a:rPr sz="4250" b="1" spc="25" dirty="0">
                <a:latin typeface="Times New Roman"/>
                <a:cs typeface="Times New Roman"/>
              </a:rPr>
              <a:t>Under </a:t>
            </a:r>
            <a:r>
              <a:rPr sz="4250" b="1" spc="15" dirty="0">
                <a:latin typeface="Times New Roman"/>
                <a:cs typeface="Times New Roman"/>
              </a:rPr>
              <a:t>the Guidance </a:t>
            </a:r>
            <a:r>
              <a:rPr sz="4250" b="1" spc="25" dirty="0">
                <a:latin typeface="Times New Roman"/>
                <a:cs typeface="Times New Roman"/>
              </a:rPr>
              <a:t>of </a:t>
            </a:r>
            <a:r>
              <a:rPr sz="4250" b="1" spc="-20" dirty="0">
                <a:latin typeface="Times New Roman"/>
                <a:cs typeface="Times New Roman"/>
              </a:rPr>
              <a:t>Prof. </a:t>
            </a:r>
            <a:r>
              <a:rPr sz="4250" b="1" spc="10" dirty="0">
                <a:latin typeface="Times New Roman"/>
                <a:cs typeface="Times New Roman"/>
              </a:rPr>
              <a:t>Satyendra Singh </a:t>
            </a:r>
            <a:r>
              <a:rPr sz="4250" b="1" spc="-1050" dirty="0">
                <a:latin typeface="Times New Roman"/>
                <a:cs typeface="Times New Roman"/>
              </a:rPr>
              <a:t> </a:t>
            </a:r>
            <a:r>
              <a:rPr sz="4250" b="1" spc="15" dirty="0">
                <a:latin typeface="Times New Roman"/>
                <a:cs typeface="Times New Roman"/>
              </a:rPr>
              <a:t>Chauhan</a:t>
            </a:r>
            <a:endParaRPr sz="4250" dirty="0">
              <a:latin typeface="Times New Roman"/>
              <a:cs typeface="Times New Roman"/>
            </a:endParaRPr>
          </a:p>
        </p:txBody>
      </p:sp>
      <p:sp>
        <p:nvSpPr>
          <p:cNvPr id="5" name="object 5"/>
          <p:cNvSpPr/>
          <p:nvPr/>
        </p:nvSpPr>
        <p:spPr>
          <a:xfrm>
            <a:off x="15173325" y="1142999"/>
            <a:ext cx="2085975" cy="7886700"/>
          </a:xfrm>
          <a:custGeom>
            <a:avLst/>
            <a:gdLst/>
            <a:ahLst/>
            <a:cxnLst/>
            <a:rect l="l" t="t" r="r" b="b"/>
            <a:pathLst>
              <a:path w="2085975" h="7886700">
                <a:moveTo>
                  <a:pt x="962914" y="490093"/>
                </a:moveTo>
                <a:lnTo>
                  <a:pt x="863219" y="433070"/>
                </a:lnTo>
                <a:lnTo>
                  <a:pt x="855980" y="406273"/>
                </a:lnTo>
                <a:lnTo>
                  <a:pt x="847598" y="380492"/>
                </a:lnTo>
                <a:lnTo>
                  <a:pt x="838073" y="355727"/>
                </a:lnTo>
                <a:lnTo>
                  <a:pt x="826897" y="331851"/>
                </a:lnTo>
                <a:lnTo>
                  <a:pt x="863219" y="210058"/>
                </a:lnTo>
                <a:lnTo>
                  <a:pt x="819124" y="158242"/>
                </a:lnTo>
                <a:lnTo>
                  <a:pt x="783844" y="116713"/>
                </a:lnTo>
                <a:lnTo>
                  <a:pt x="677418" y="158242"/>
                </a:lnTo>
                <a:lnTo>
                  <a:pt x="656336" y="145034"/>
                </a:lnTo>
                <a:lnTo>
                  <a:pt x="652526" y="143002"/>
                </a:lnTo>
                <a:lnTo>
                  <a:pt x="652526" y="552323"/>
                </a:lnTo>
                <a:lnTo>
                  <a:pt x="646303" y="604520"/>
                </a:lnTo>
                <a:lnTo>
                  <a:pt x="629031" y="651129"/>
                </a:lnTo>
                <a:lnTo>
                  <a:pt x="602361" y="690372"/>
                </a:lnTo>
                <a:lnTo>
                  <a:pt x="567944" y="720598"/>
                </a:lnTo>
                <a:lnTo>
                  <a:pt x="527431" y="739902"/>
                </a:lnTo>
                <a:lnTo>
                  <a:pt x="482600" y="746760"/>
                </a:lnTo>
                <a:lnTo>
                  <a:pt x="437769" y="739775"/>
                </a:lnTo>
                <a:lnTo>
                  <a:pt x="397256" y="719963"/>
                </a:lnTo>
                <a:lnTo>
                  <a:pt x="362839" y="689483"/>
                </a:lnTo>
                <a:lnTo>
                  <a:pt x="336042" y="649986"/>
                </a:lnTo>
                <a:lnTo>
                  <a:pt x="318770" y="603631"/>
                </a:lnTo>
                <a:lnTo>
                  <a:pt x="312674" y="552323"/>
                </a:lnTo>
                <a:lnTo>
                  <a:pt x="318770" y="500126"/>
                </a:lnTo>
                <a:lnTo>
                  <a:pt x="336042" y="453517"/>
                </a:lnTo>
                <a:lnTo>
                  <a:pt x="362839" y="414274"/>
                </a:lnTo>
                <a:lnTo>
                  <a:pt x="397256" y="384048"/>
                </a:lnTo>
                <a:lnTo>
                  <a:pt x="437769" y="364617"/>
                </a:lnTo>
                <a:lnTo>
                  <a:pt x="482600" y="357886"/>
                </a:lnTo>
                <a:lnTo>
                  <a:pt x="527431" y="364871"/>
                </a:lnTo>
                <a:lnTo>
                  <a:pt x="567944" y="384683"/>
                </a:lnTo>
                <a:lnTo>
                  <a:pt x="602361" y="415163"/>
                </a:lnTo>
                <a:lnTo>
                  <a:pt x="629031" y="454660"/>
                </a:lnTo>
                <a:lnTo>
                  <a:pt x="646303" y="501015"/>
                </a:lnTo>
                <a:lnTo>
                  <a:pt x="652526" y="552323"/>
                </a:lnTo>
                <a:lnTo>
                  <a:pt x="652526" y="143002"/>
                </a:lnTo>
                <a:lnTo>
                  <a:pt x="634111" y="133223"/>
                </a:lnTo>
                <a:lnTo>
                  <a:pt x="611505" y="122809"/>
                </a:lnTo>
                <a:lnTo>
                  <a:pt x="589026" y="114046"/>
                </a:lnTo>
                <a:lnTo>
                  <a:pt x="539242" y="0"/>
                </a:lnTo>
                <a:lnTo>
                  <a:pt x="425958" y="0"/>
                </a:lnTo>
                <a:lnTo>
                  <a:pt x="376047" y="114046"/>
                </a:lnTo>
                <a:lnTo>
                  <a:pt x="352679" y="122428"/>
                </a:lnTo>
                <a:lnTo>
                  <a:pt x="330200" y="131953"/>
                </a:lnTo>
                <a:lnTo>
                  <a:pt x="308610" y="142875"/>
                </a:lnTo>
                <a:lnTo>
                  <a:pt x="287782" y="155575"/>
                </a:lnTo>
                <a:lnTo>
                  <a:pt x="181229" y="114046"/>
                </a:lnTo>
                <a:lnTo>
                  <a:pt x="155943" y="143002"/>
                </a:lnTo>
                <a:lnTo>
                  <a:pt x="99695" y="207391"/>
                </a:lnTo>
                <a:lnTo>
                  <a:pt x="135890" y="329311"/>
                </a:lnTo>
                <a:lnTo>
                  <a:pt x="124841" y="353187"/>
                </a:lnTo>
                <a:lnTo>
                  <a:pt x="115316" y="377952"/>
                </a:lnTo>
                <a:lnTo>
                  <a:pt x="106934" y="403733"/>
                </a:lnTo>
                <a:lnTo>
                  <a:pt x="99695" y="430403"/>
                </a:lnTo>
                <a:lnTo>
                  <a:pt x="0" y="487553"/>
                </a:lnTo>
                <a:lnTo>
                  <a:pt x="0" y="617093"/>
                </a:lnTo>
                <a:lnTo>
                  <a:pt x="99695" y="674243"/>
                </a:lnTo>
                <a:lnTo>
                  <a:pt x="106934" y="700913"/>
                </a:lnTo>
                <a:lnTo>
                  <a:pt x="115316" y="726694"/>
                </a:lnTo>
                <a:lnTo>
                  <a:pt x="124841" y="751459"/>
                </a:lnTo>
                <a:lnTo>
                  <a:pt x="135890" y="775335"/>
                </a:lnTo>
                <a:lnTo>
                  <a:pt x="99695" y="897255"/>
                </a:lnTo>
                <a:lnTo>
                  <a:pt x="181229" y="990600"/>
                </a:lnTo>
                <a:lnTo>
                  <a:pt x="287782" y="949071"/>
                </a:lnTo>
                <a:lnTo>
                  <a:pt x="308610" y="961771"/>
                </a:lnTo>
                <a:lnTo>
                  <a:pt x="330200" y="972693"/>
                </a:lnTo>
                <a:lnTo>
                  <a:pt x="352679" y="982218"/>
                </a:lnTo>
                <a:lnTo>
                  <a:pt x="376047" y="990600"/>
                </a:lnTo>
                <a:lnTo>
                  <a:pt x="425958" y="1104646"/>
                </a:lnTo>
                <a:lnTo>
                  <a:pt x="539242" y="1104646"/>
                </a:lnTo>
                <a:lnTo>
                  <a:pt x="589026" y="990600"/>
                </a:lnTo>
                <a:lnTo>
                  <a:pt x="612394" y="982218"/>
                </a:lnTo>
                <a:lnTo>
                  <a:pt x="635000" y="972693"/>
                </a:lnTo>
                <a:lnTo>
                  <a:pt x="656590" y="961771"/>
                </a:lnTo>
                <a:lnTo>
                  <a:pt x="677418" y="949071"/>
                </a:lnTo>
                <a:lnTo>
                  <a:pt x="783844" y="990600"/>
                </a:lnTo>
                <a:lnTo>
                  <a:pt x="820140" y="949071"/>
                </a:lnTo>
                <a:lnTo>
                  <a:pt x="863219" y="899795"/>
                </a:lnTo>
                <a:lnTo>
                  <a:pt x="826897" y="777875"/>
                </a:lnTo>
                <a:lnTo>
                  <a:pt x="838073" y="754126"/>
                </a:lnTo>
                <a:lnTo>
                  <a:pt x="840879" y="746760"/>
                </a:lnTo>
                <a:lnTo>
                  <a:pt x="847598" y="729234"/>
                </a:lnTo>
                <a:lnTo>
                  <a:pt x="855980" y="703580"/>
                </a:lnTo>
                <a:lnTo>
                  <a:pt x="863219" y="676783"/>
                </a:lnTo>
                <a:lnTo>
                  <a:pt x="962914" y="619760"/>
                </a:lnTo>
                <a:lnTo>
                  <a:pt x="962914" y="490093"/>
                </a:lnTo>
                <a:close/>
              </a:path>
              <a:path w="2085975" h="7886700">
                <a:moveTo>
                  <a:pt x="1482217" y="7311390"/>
                </a:moveTo>
                <a:lnTo>
                  <a:pt x="1364742" y="7258050"/>
                </a:lnTo>
                <a:lnTo>
                  <a:pt x="1356106" y="7233031"/>
                </a:lnTo>
                <a:lnTo>
                  <a:pt x="1346327" y="7208774"/>
                </a:lnTo>
                <a:lnTo>
                  <a:pt x="1337183" y="7190105"/>
                </a:lnTo>
                <a:lnTo>
                  <a:pt x="1335024" y="7185787"/>
                </a:lnTo>
                <a:lnTo>
                  <a:pt x="1321943" y="7163435"/>
                </a:lnTo>
                <a:lnTo>
                  <a:pt x="1364742" y="7049389"/>
                </a:lnTo>
                <a:lnTo>
                  <a:pt x="1311275" y="7000875"/>
                </a:lnTo>
                <a:lnTo>
                  <a:pt x="1268603" y="6962140"/>
                </a:lnTo>
                <a:lnTo>
                  <a:pt x="1143127" y="7000875"/>
                </a:lnTo>
                <a:lnTo>
                  <a:pt x="1118235" y="6989064"/>
                </a:lnTo>
                <a:lnTo>
                  <a:pt x="1113790" y="6987286"/>
                </a:lnTo>
                <a:lnTo>
                  <a:pt x="1113790" y="7372096"/>
                </a:lnTo>
                <a:lnTo>
                  <a:pt x="1108583" y="7413498"/>
                </a:lnTo>
                <a:lnTo>
                  <a:pt x="1093724" y="7451598"/>
                </a:lnTo>
                <a:lnTo>
                  <a:pt x="1070229" y="7485507"/>
                </a:lnTo>
                <a:lnTo>
                  <a:pt x="1039368" y="7513701"/>
                </a:lnTo>
                <a:lnTo>
                  <a:pt x="1002284" y="7535418"/>
                </a:lnTo>
                <a:lnTo>
                  <a:pt x="959993" y="7549134"/>
                </a:lnTo>
                <a:lnTo>
                  <a:pt x="913511" y="7554087"/>
                </a:lnTo>
                <a:lnTo>
                  <a:pt x="867156" y="7549134"/>
                </a:lnTo>
                <a:lnTo>
                  <a:pt x="824865" y="7535418"/>
                </a:lnTo>
                <a:lnTo>
                  <a:pt x="787654" y="7513701"/>
                </a:lnTo>
                <a:lnTo>
                  <a:pt x="756793" y="7485507"/>
                </a:lnTo>
                <a:lnTo>
                  <a:pt x="733425" y="7451598"/>
                </a:lnTo>
                <a:lnTo>
                  <a:pt x="718566" y="7413498"/>
                </a:lnTo>
                <a:lnTo>
                  <a:pt x="713359" y="7372096"/>
                </a:lnTo>
                <a:lnTo>
                  <a:pt x="718693" y="7329932"/>
                </a:lnTo>
                <a:lnTo>
                  <a:pt x="733806" y="7291451"/>
                </a:lnTo>
                <a:lnTo>
                  <a:pt x="757682" y="7257669"/>
                </a:lnTo>
                <a:lnTo>
                  <a:pt x="788797" y="7229729"/>
                </a:lnTo>
                <a:lnTo>
                  <a:pt x="826008" y="7208393"/>
                </a:lnTo>
                <a:lnTo>
                  <a:pt x="867918" y="7194931"/>
                </a:lnTo>
                <a:lnTo>
                  <a:pt x="913511" y="7190105"/>
                </a:lnTo>
                <a:lnTo>
                  <a:pt x="959993" y="7195058"/>
                </a:lnTo>
                <a:lnTo>
                  <a:pt x="1002284" y="7208774"/>
                </a:lnTo>
                <a:lnTo>
                  <a:pt x="1039368" y="7230491"/>
                </a:lnTo>
                <a:lnTo>
                  <a:pt x="1070229" y="7258685"/>
                </a:lnTo>
                <a:lnTo>
                  <a:pt x="1093724" y="7292467"/>
                </a:lnTo>
                <a:lnTo>
                  <a:pt x="1108583" y="7330694"/>
                </a:lnTo>
                <a:lnTo>
                  <a:pt x="1113790" y="7372096"/>
                </a:lnTo>
                <a:lnTo>
                  <a:pt x="1113790" y="6987286"/>
                </a:lnTo>
                <a:lnTo>
                  <a:pt x="1092073" y="6978777"/>
                </a:lnTo>
                <a:lnTo>
                  <a:pt x="1065403" y="6969887"/>
                </a:lnTo>
                <a:lnTo>
                  <a:pt x="1038987" y="6962140"/>
                </a:lnTo>
                <a:lnTo>
                  <a:pt x="980313" y="6855333"/>
                </a:lnTo>
                <a:lnTo>
                  <a:pt x="846836" y="6855333"/>
                </a:lnTo>
                <a:lnTo>
                  <a:pt x="788035" y="6962140"/>
                </a:lnTo>
                <a:lnTo>
                  <a:pt x="760476" y="6969887"/>
                </a:lnTo>
                <a:lnTo>
                  <a:pt x="734060" y="6978777"/>
                </a:lnTo>
                <a:lnTo>
                  <a:pt x="708406" y="6989064"/>
                </a:lnTo>
                <a:lnTo>
                  <a:pt x="683895" y="7000875"/>
                </a:lnTo>
                <a:lnTo>
                  <a:pt x="558419" y="6962140"/>
                </a:lnTo>
                <a:lnTo>
                  <a:pt x="465074" y="7046976"/>
                </a:lnTo>
                <a:lnTo>
                  <a:pt x="505079" y="7161022"/>
                </a:lnTo>
                <a:lnTo>
                  <a:pt x="491998" y="7183628"/>
                </a:lnTo>
                <a:lnTo>
                  <a:pt x="480695" y="7207377"/>
                </a:lnTo>
                <a:lnTo>
                  <a:pt x="470916" y="7231634"/>
                </a:lnTo>
                <a:lnTo>
                  <a:pt x="462407" y="7255637"/>
                </a:lnTo>
                <a:lnTo>
                  <a:pt x="344932" y="7308977"/>
                </a:lnTo>
                <a:lnTo>
                  <a:pt x="344932" y="7430262"/>
                </a:lnTo>
                <a:lnTo>
                  <a:pt x="462407" y="7483742"/>
                </a:lnTo>
                <a:lnTo>
                  <a:pt x="470916" y="7508761"/>
                </a:lnTo>
                <a:lnTo>
                  <a:pt x="480695" y="7532751"/>
                </a:lnTo>
                <a:lnTo>
                  <a:pt x="491998" y="7555992"/>
                </a:lnTo>
                <a:lnTo>
                  <a:pt x="505079" y="7578344"/>
                </a:lnTo>
                <a:lnTo>
                  <a:pt x="465074" y="7692263"/>
                </a:lnTo>
                <a:lnTo>
                  <a:pt x="558419" y="7777226"/>
                </a:lnTo>
                <a:lnTo>
                  <a:pt x="683895" y="7740777"/>
                </a:lnTo>
                <a:lnTo>
                  <a:pt x="708406" y="7752715"/>
                </a:lnTo>
                <a:lnTo>
                  <a:pt x="734060" y="7763002"/>
                </a:lnTo>
                <a:lnTo>
                  <a:pt x="760476" y="7771892"/>
                </a:lnTo>
                <a:lnTo>
                  <a:pt x="788035" y="7779639"/>
                </a:lnTo>
                <a:lnTo>
                  <a:pt x="846836" y="7886382"/>
                </a:lnTo>
                <a:lnTo>
                  <a:pt x="980313" y="7886382"/>
                </a:lnTo>
                <a:lnTo>
                  <a:pt x="1038987" y="7779639"/>
                </a:lnTo>
                <a:lnTo>
                  <a:pt x="1066546" y="7771892"/>
                </a:lnTo>
                <a:lnTo>
                  <a:pt x="1093089" y="7763002"/>
                </a:lnTo>
                <a:lnTo>
                  <a:pt x="1118616" y="7752715"/>
                </a:lnTo>
                <a:lnTo>
                  <a:pt x="1143127" y="7740777"/>
                </a:lnTo>
                <a:lnTo>
                  <a:pt x="1268603" y="7779639"/>
                </a:lnTo>
                <a:lnTo>
                  <a:pt x="1310132" y="7740777"/>
                </a:lnTo>
                <a:lnTo>
                  <a:pt x="1362075" y="7692263"/>
                </a:lnTo>
                <a:lnTo>
                  <a:pt x="1321943" y="7580757"/>
                </a:lnTo>
                <a:lnTo>
                  <a:pt x="1346327" y="7535164"/>
                </a:lnTo>
                <a:lnTo>
                  <a:pt x="1364742" y="7486155"/>
                </a:lnTo>
                <a:lnTo>
                  <a:pt x="1482217" y="7432675"/>
                </a:lnTo>
                <a:lnTo>
                  <a:pt x="1482217" y="7311390"/>
                </a:lnTo>
                <a:close/>
              </a:path>
              <a:path w="2085975" h="7886700">
                <a:moveTo>
                  <a:pt x="1787525" y="1073531"/>
                </a:moveTo>
                <a:lnTo>
                  <a:pt x="1687957" y="1016508"/>
                </a:lnTo>
                <a:lnTo>
                  <a:pt x="1680591" y="989711"/>
                </a:lnTo>
                <a:lnTo>
                  <a:pt x="1672336" y="963930"/>
                </a:lnTo>
                <a:lnTo>
                  <a:pt x="1662684" y="939165"/>
                </a:lnTo>
                <a:lnTo>
                  <a:pt x="1651635" y="915289"/>
                </a:lnTo>
                <a:lnTo>
                  <a:pt x="1687957" y="793496"/>
                </a:lnTo>
                <a:lnTo>
                  <a:pt x="1641233" y="741553"/>
                </a:lnTo>
                <a:lnTo>
                  <a:pt x="1606296" y="702691"/>
                </a:lnTo>
                <a:lnTo>
                  <a:pt x="1502156" y="741553"/>
                </a:lnTo>
                <a:lnTo>
                  <a:pt x="1481328" y="728980"/>
                </a:lnTo>
                <a:lnTo>
                  <a:pt x="1477137" y="726821"/>
                </a:lnTo>
                <a:lnTo>
                  <a:pt x="1477137" y="1138301"/>
                </a:lnTo>
                <a:lnTo>
                  <a:pt x="1471041" y="1190625"/>
                </a:lnTo>
                <a:lnTo>
                  <a:pt x="1453769" y="1237234"/>
                </a:lnTo>
                <a:lnTo>
                  <a:pt x="1427099" y="1276477"/>
                </a:lnTo>
                <a:lnTo>
                  <a:pt x="1392555" y="1306576"/>
                </a:lnTo>
                <a:lnTo>
                  <a:pt x="1352042" y="1326007"/>
                </a:lnTo>
                <a:lnTo>
                  <a:pt x="1307211" y="1332865"/>
                </a:lnTo>
                <a:lnTo>
                  <a:pt x="1261618" y="1325753"/>
                </a:lnTo>
                <a:lnTo>
                  <a:pt x="1220851" y="1306068"/>
                </a:lnTo>
                <a:lnTo>
                  <a:pt x="1186561" y="1275461"/>
                </a:lnTo>
                <a:lnTo>
                  <a:pt x="1160272" y="1235964"/>
                </a:lnTo>
                <a:lnTo>
                  <a:pt x="1143381" y="1189609"/>
                </a:lnTo>
                <a:lnTo>
                  <a:pt x="1137285" y="1138301"/>
                </a:lnTo>
                <a:lnTo>
                  <a:pt x="1143508" y="1086104"/>
                </a:lnTo>
                <a:lnTo>
                  <a:pt x="1160780" y="1039495"/>
                </a:lnTo>
                <a:lnTo>
                  <a:pt x="1187450" y="1000252"/>
                </a:lnTo>
                <a:lnTo>
                  <a:pt x="1221867" y="970026"/>
                </a:lnTo>
                <a:lnTo>
                  <a:pt x="1262380" y="950722"/>
                </a:lnTo>
                <a:lnTo>
                  <a:pt x="1307211" y="943864"/>
                </a:lnTo>
                <a:lnTo>
                  <a:pt x="1352042" y="950722"/>
                </a:lnTo>
                <a:lnTo>
                  <a:pt x="1392555" y="970026"/>
                </a:lnTo>
                <a:lnTo>
                  <a:pt x="1427099" y="1000252"/>
                </a:lnTo>
                <a:lnTo>
                  <a:pt x="1453769" y="1039495"/>
                </a:lnTo>
                <a:lnTo>
                  <a:pt x="1471041" y="1086104"/>
                </a:lnTo>
                <a:lnTo>
                  <a:pt x="1477137" y="1138301"/>
                </a:lnTo>
                <a:lnTo>
                  <a:pt x="1477137" y="726821"/>
                </a:lnTo>
                <a:lnTo>
                  <a:pt x="1459611" y="717931"/>
                </a:lnTo>
                <a:lnTo>
                  <a:pt x="1437132" y="708406"/>
                </a:lnTo>
                <a:lnTo>
                  <a:pt x="1413764" y="700151"/>
                </a:lnTo>
                <a:lnTo>
                  <a:pt x="1363853" y="585978"/>
                </a:lnTo>
                <a:lnTo>
                  <a:pt x="1250569" y="585978"/>
                </a:lnTo>
                <a:lnTo>
                  <a:pt x="1200785" y="700151"/>
                </a:lnTo>
                <a:lnTo>
                  <a:pt x="1177417" y="708406"/>
                </a:lnTo>
                <a:lnTo>
                  <a:pt x="1154938" y="717931"/>
                </a:lnTo>
                <a:lnTo>
                  <a:pt x="1137285" y="726821"/>
                </a:lnTo>
                <a:lnTo>
                  <a:pt x="1133221" y="728980"/>
                </a:lnTo>
                <a:lnTo>
                  <a:pt x="1112393" y="741553"/>
                </a:lnTo>
                <a:lnTo>
                  <a:pt x="1005967" y="700151"/>
                </a:lnTo>
                <a:lnTo>
                  <a:pt x="924433" y="793496"/>
                </a:lnTo>
                <a:lnTo>
                  <a:pt x="960628" y="915289"/>
                </a:lnTo>
                <a:lnTo>
                  <a:pt x="949579" y="939546"/>
                </a:lnTo>
                <a:lnTo>
                  <a:pt x="939927" y="964946"/>
                </a:lnTo>
                <a:lnTo>
                  <a:pt x="931672" y="990854"/>
                </a:lnTo>
                <a:lnTo>
                  <a:pt x="924433" y="1016508"/>
                </a:lnTo>
                <a:lnTo>
                  <a:pt x="824738" y="1073531"/>
                </a:lnTo>
                <a:lnTo>
                  <a:pt x="824738" y="1203198"/>
                </a:lnTo>
                <a:lnTo>
                  <a:pt x="924433" y="1260221"/>
                </a:lnTo>
                <a:lnTo>
                  <a:pt x="931672" y="1287018"/>
                </a:lnTo>
                <a:lnTo>
                  <a:pt x="939927" y="1312672"/>
                </a:lnTo>
                <a:lnTo>
                  <a:pt x="949579" y="1337564"/>
                </a:lnTo>
                <a:lnTo>
                  <a:pt x="960628" y="1361313"/>
                </a:lnTo>
                <a:lnTo>
                  <a:pt x="924433" y="1483233"/>
                </a:lnTo>
                <a:lnTo>
                  <a:pt x="1003681" y="1573911"/>
                </a:lnTo>
                <a:lnTo>
                  <a:pt x="1110107" y="1535049"/>
                </a:lnTo>
                <a:lnTo>
                  <a:pt x="1131316" y="1547749"/>
                </a:lnTo>
                <a:lnTo>
                  <a:pt x="1153541" y="1558798"/>
                </a:lnTo>
                <a:lnTo>
                  <a:pt x="1176147" y="1568323"/>
                </a:lnTo>
                <a:lnTo>
                  <a:pt x="1198499" y="1576578"/>
                </a:lnTo>
                <a:lnTo>
                  <a:pt x="1248410" y="1690624"/>
                </a:lnTo>
                <a:lnTo>
                  <a:pt x="1361694" y="1690624"/>
                </a:lnTo>
                <a:lnTo>
                  <a:pt x="1411478" y="1576578"/>
                </a:lnTo>
                <a:lnTo>
                  <a:pt x="1434846" y="1568323"/>
                </a:lnTo>
                <a:lnTo>
                  <a:pt x="1457325" y="1558798"/>
                </a:lnTo>
                <a:lnTo>
                  <a:pt x="1479042" y="1547749"/>
                </a:lnTo>
                <a:lnTo>
                  <a:pt x="1499870" y="1535049"/>
                </a:lnTo>
                <a:lnTo>
                  <a:pt x="1606296" y="1573911"/>
                </a:lnTo>
                <a:lnTo>
                  <a:pt x="1640306" y="1535049"/>
                </a:lnTo>
                <a:lnTo>
                  <a:pt x="1685671" y="1483233"/>
                </a:lnTo>
                <a:lnTo>
                  <a:pt x="1651635" y="1361313"/>
                </a:lnTo>
                <a:lnTo>
                  <a:pt x="1662684" y="1337564"/>
                </a:lnTo>
                <a:lnTo>
                  <a:pt x="1664500" y="1332865"/>
                </a:lnTo>
                <a:lnTo>
                  <a:pt x="1672336" y="1312672"/>
                </a:lnTo>
                <a:lnTo>
                  <a:pt x="1680591" y="1287018"/>
                </a:lnTo>
                <a:lnTo>
                  <a:pt x="1687957" y="1260221"/>
                </a:lnTo>
                <a:lnTo>
                  <a:pt x="1787525" y="1203198"/>
                </a:lnTo>
                <a:lnTo>
                  <a:pt x="1787525" y="1073531"/>
                </a:lnTo>
                <a:close/>
              </a:path>
              <a:path w="2085975" h="7886700">
                <a:moveTo>
                  <a:pt x="2085467" y="6428359"/>
                </a:moveTo>
                <a:lnTo>
                  <a:pt x="1967992" y="6375019"/>
                </a:lnTo>
                <a:lnTo>
                  <a:pt x="1959483" y="6350000"/>
                </a:lnTo>
                <a:lnTo>
                  <a:pt x="1949577" y="6325743"/>
                </a:lnTo>
                <a:lnTo>
                  <a:pt x="1940560" y="6307074"/>
                </a:lnTo>
                <a:lnTo>
                  <a:pt x="1938401" y="6302756"/>
                </a:lnTo>
                <a:lnTo>
                  <a:pt x="1925320" y="6280404"/>
                </a:lnTo>
                <a:lnTo>
                  <a:pt x="1967992" y="6166358"/>
                </a:lnTo>
                <a:lnTo>
                  <a:pt x="1914652" y="6117844"/>
                </a:lnTo>
                <a:lnTo>
                  <a:pt x="1871980" y="6079109"/>
                </a:lnTo>
                <a:lnTo>
                  <a:pt x="1746504" y="6117844"/>
                </a:lnTo>
                <a:lnTo>
                  <a:pt x="1721866" y="6106033"/>
                </a:lnTo>
                <a:lnTo>
                  <a:pt x="1717040" y="6104128"/>
                </a:lnTo>
                <a:lnTo>
                  <a:pt x="1717040" y="6489065"/>
                </a:lnTo>
                <a:lnTo>
                  <a:pt x="1711706" y="6530467"/>
                </a:lnTo>
                <a:lnTo>
                  <a:pt x="1696593" y="6568567"/>
                </a:lnTo>
                <a:lnTo>
                  <a:pt x="1672717" y="6602476"/>
                </a:lnTo>
                <a:lnTo>
                  <a:pt x="1641602" y="6630670"/>
                </a:lnTo>
                <a:lnTo>
                  <a:pt x="1604391" y="6652260"/>
                </a:lnTo>
                <a:lnTo>
                  <a:pt x="1562481" y="6666103"/>
                </a:lnTo>
                <a:lnTo>
                  <a:pt x="1516888" y="6671056"/>
                </a:lnTo>
                <a:lnTo>
                  <a:pt x="1470533" y="6666103"/>
                </a:lnTo>
                <a:lnTo>
                  <a:pt x="1428115" y="6652260"/>
                </a:lnTo>
                <a:lnTo>
                  <a:pt x="1391031" y="6630670"/>
                </a:lnTo>
                <a:lnTo>
                  <a:pt x="1360170" y="6602476"/>
                </a:lnTo>
                <a:lnTo>
                  <a:pt x="1336675" y="6568567"/>
                </a:lnTo>
                <a:lnTo>
                  <a:pt x="1321816" y="6530467"/>
                </a:lnTo>
                <a:lnTo>
                  <a:pt x="1316609" y="6489065"/>
                </a:lnTo>
                <a:lnTo>
                  <a:pt x="1321943" y="6447663"/>
                </a:lnTo>
                <a:lnTo>
                  <a:pt x="1337183" y="6409436"/>
                </a:lnTo>
                <a:lnTo>
                  <a:pt x="1360932" y="6375654"/>
                </a:lnTo>
                <a:lnTo>
                  <a:pt x="1392047" y="6347460"/>
                </a:lnTo>
                <a:lnTo>
                  <a:pt x="1429258" y="6325743"/>
                </a:lnTo>
                <a:lnTo>
                  <a:pt x="1471295" y="6311900"/>
                </a:lnTo>
                <a:lnTo>
                  <a:pt x="1516888" y="6307074"/>
                </a:lnTo>
                <a:lnTo>
                  <a:pt x="1563243" y="6311900"/>
                </a:lnTo>
                <a:lnTo>
                  <a:pt x="1605661" y="6325743"/>
                </a:lnTo>
                <a:lnTo>
                  <a:pt x="1642745" y="6347460"/>
                </a:lnTo>
                <a:lnTo>
                  <a:pt x="1673606" y="6375654"/>
                </a:lnTo>
                <a:lnTo>
                  <a:pt x="1696974" y="6409436"/>
                </a:lnTo>
                <a:lnTo>
                  <a:pt x="1711833" y="6447663"/>
                </a:lnTo>
                <a:lnTo>
                  <a:pt x="1717040" y="6489065"/>
                </a:lnTo>
                <a:lnTo>
                  <a:pt x="1717040" y="6104128"/>
                </a:lnTo>
                <a:lnTo>
                  <a:pt x="1696466" y="6095746"/>
                </a:lnTo>
                <a:lnTo>
                  <a:pt x="1669923" y="6086856"/>
                </a:lnTo>
                <a:lnTo>
                  <a:pt x="1642364" y="6079109"/>
                </a:lnTo>
                <a:lnTo>
                  <a:pt x="1583563" y="5972302"/>
                </a:lnTo>
                <a:lnTo>
                  <a:pt x="1450086" y="5972302"/>
                </a:lnTo>
                <a:lnTo>
                  <a:pt x="1391412" y="6079109"/>
                </a:lnTo>
                <a:lnTo>
                  <a:pt x="1363853" y="6086856"/>
                </a:lnTo>
                <a:lnTo>
                  <a:pt x="1337310" y="6095746"/>
                </a:lnTo>
                <a:lnTo>
                  <a:pt x="1311783" y="6106033"/>
                </a:lnTo>
                <a:lnTo>
                  <a:pt x="1287272" y="6117844"/>
                </a:lnTo>
                <a:lnTo>
                  <a:pt x="1161796" y="6079109"/>
                </a:lnTo>
                <a:lnTo>
                  <a:pt x="1065657" y="6166358"/>
                </a:lnTo>
                <a:lnTo>
                  <a:pt x="1108456" y="6280404"/>
                </a:lnTo>
                <a:lnTo>
                  <a:pt x="1095375" y="6302756"/>
                </a:lnTo>
                <a:lnTo>
                  <a:pt x="1084072" y="6325870"/>
                </a:lnTo>
                <a:lnTo>
                  <a:pt x="1074293" y="6350000"/>
                </a:lnTo>
                <a:lnTo>
                  <a:pt x="1065657" y="6375019"/>
                </a:lnTo>
                <a:lnTo>
                  <a:pt x="948182" y="6428359"/>
                </a:lnTo>
                <a:lnTo>
                  <a:pt x="948182" y="6549644"/>
                </a:lnTo>
                <a:lnTo>
                  <a:pt x="1065657" y="6603111"/>
                </a:lnTo>
                <a:lnTo>
                  <a:pt x="1074293" y="6628130"/>
                </a:lnTo>
                <a:lnTo>
                  <a:pt x="1084072" y="6652260"/>
                </a:lnTo>
                <a:lnTo>
                  <a:pt x="1095375" y="6675374"/>
                </a:lnTo>
                <a:lnTo>
                  <a:pt x="1108456" y="6697726"/>
                </a:lnTo>
                <a:lnTo>
                  <a:pt x="1065657" y="6811645"/>
                </a:lnTo>
                <a:lnTo>
                  <a:pt x="1159129" y="6896608"/>
                </a:lnTo>
                <a:lnTo>
                  <a:pt x="1284605" y="6857746"/>
                </a:lnTo>
                <a:lnTo>
                  <a:pt x="1309116" y="6869684"/>
                </a:lnTo>
                <a:lnTo>
                  <a:pt x="1334643" y="6879971"/>
                </a:lnTo>
                <a:lnTo>
                  <a:pt x="1361186" y="6888861"/>
                </a:lnTo>
                <a:lnTo>
                  <a:pt x="1388745" y="6896608"/>
                </a:lnTo>
                <a:lnTo>
                  <a:pt x="1447419" y="7003288"/>
                </a:lnTo>
                <a:lnTo>
                  <a:pt x="1580896" y="7003288"/>
                </a:lnTo>
                <a:lnTo>
                  <a:pt x="1639697" y="6896608"/>
                </a:lnTo>
                <a:lnTo>
                  <a:pt x="1667256" y="6888861"/>
                </a:lnTo>
                <a:lnTo>
                  <a:pt x="1693799" y="6879971"/>
                </a:lnTo>
                <a:lnTo>
                  <a:pt x="1719326" y="6869684"/>
                </a:lnTo>
                <a:lnTo>
                  <a:pt x="1743837" y="6857746"/>
                </a:lnTo>
                <a:lnTo>
                  <a:pt x="1869313" y="6896608"/>
                </a:lnTo>
                <a:lnTo>
                  <a:pt x="1913255" y="6857746"/>
                </a:lnTo>
                <a:lnTo>
                  <a:pt x="1965325" y="6811645"/>
                </a:lnTo>
                <a:lnTo>
                  <a:pt x="1922653" y="6697726"/>
                </a:lnTo>
                <a:lnTo>
                  <a:pt x="1937372" y="6671056"/>
                </a:lnTo>
                <a:lnTo>
                  <a:pt x="1948307" y="6651244"/>
                </a:lnTo>
                <a:lnTo>
                  <a:pt x="1967992" y="6603111"/>
                </a:lnTo>
                <a:lnTo>
                  <a:pt x="2085467" y="6549644"/>
                </a:lnTo>
                <a:lnTo>
                  <a:pt x="2085467" y="6428359"/>
                </a:lnTo>
                <a:close/>
              </a:path>
            </a:pathLst>
          </a:custGeom>
          <a:solidFill>
            <a:srgbClr val="000000"/>
          </a:solid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93850" y="2519616"/>
            <a:ext cx="13428980" cy="5873750"/>
          </a:xfrm>
          <a:prstGeom prst="rect">
            <a:avLst/>
          </a:prstGeom>
        </p:spPr>
        <p:txBody>
          <a:bodyPr vert="horz" wrap="square" lIns="0" tIns="6350" rIns="0" bIns="0" rtlCol="0">
            <a:spAutoFit/>
          </a:bodyPr>
          <a:lstStyle/>
          <a:p>
            <a:pPr marL="12700" marR="5080" algn="just">
              <a:lnSpc>
                <a:spcPct val="101299"/>
              </a:lnSpc>
              <a:spcBef>
                <a:spcPts val="50"/>
              </a:spcBef>
            </a:pPr>
            <a:r>
              <a:rPr sz="3150" dirty="0">
                <a:solidFill>
                  <a:srgbClr val="404040"/>
                </a:solidFill>
                <a:latin typeface="Times New Roman"/>
                <a:cs typeface="Times New Roman"/>
              </a:rPr>
              <a:t>In </a:t>
            </a:r>
            <a:r>
              <a:rPr sz="3150" spc="5" dirty="0">
                <a:solidFill>
                  <a:srgbClr val="404040"/>
                </a:solidFill>
                <a:latin typeface="Times New Roman"/>
                <a:cs typeface="Times New Roman"/>
              </a:rPr>
              <a:t>the </a:t>
            </a:r>
            <a:r>
              <a:rPr sz="3150" spc="10" dirty="0">
                <a:solidFill>
                  <a:srgbClr val="404040"/>
                </a:solidFill>
                <a:latin typeface="Times New Roman"/>
                <a:cs typeface="Times New Roman"/>
              </a:rPr>
              <a:t>Modern Era, </a:t>
            </a:r>
            <a:r>
              <a:rPr sz="3150" spc="5" dirty="0">
                <a:solidFill>
                  <a:srgbClr val="404040"/>
                </a:solidFill>
                <a:latin typeface="Times New Roman"/>
                <a:cs typeface="Times New Roman"/>
              </a:rPr>
              <a:t>the number </a:t>
            </a:r>
            <a:r>
              <a:rPr sz="3150" dirty="0">
                <a:solidFill>
                  <a:srgbClr val="404040"/>
                </a:solidFill>
                <a:latin typeface="Times New Roman"/>
                <a:cs typeface="Times New Roman"/>
              </a:rPr>
              <a:t>of </a:t>
            </a:r>
            <a:r>
              <a:rPr sz="3150" spc="-15" dirty="0">
                <a:solidFill>
                  <a:srgbClr val="404040"/>
                </a:solidFill>
                <a:latin typeface="Times New Roman"/>
                <a:cs typeface="Times New Roman"/>
              </a:rPr>
              <a:t>traffic </a:t>
            </a:r>
            <a:r>
              <a:rPr sz="3150" spc="-5" dirty="0">
                <a:solidFill>
                  <a:srgbClr val="404040"/>
                </a:solidFill>
                <a:latin typeface="Times New Roman"/>
                <a:cs typeface="Times New Roman"/>
              </a:rPr>
              <a:t>accidents </a:t>
            </a:r>
            <a:r>
              <a:rPr sz="3150" spc="5" dirty="0">
                <a:solidFill>
                  <a:srgbClr val="404040"/>
                </a:solidFill>
                <a:latin typeface="Times New Roman"/>
                <a:cs typeface="Times New Roman"/>
              </a:rPr>
              <a:t>caused </a:t>
            </a:r>
            <a:r>
              <a:rPr sz="3150" spc="-5" dirty="0">
                <a:solidFill>
                  <a:srgbClr val="404040"/>
                </a:solidFill>
                <a:latin typeface="Times New Roman"/>
                <a:cs typeface="Times New Roman"/>
              </a:rPr>
              <a:t>by </a:t>
            </a:r>
            <a:r>
              <a:rPr sz="3150" dirty="0">
                <a:solidFill>
                  <a:srgbClr val="404040"/>
                </a:solidFill>
                <a:latin typeface="Times New Roman"/>
                <a:cs typeface="Times New Roman"/>
              </a:rPr>
              <a:t>drunken </a:t>
            </a:r>
            <a:r>
              <a:rPr sz="3150" spc="5" dirty="0">
                <a:solidFill>
                  <a:srgbClr val="404040"/>
                </a:solidFill>
                <a:latin typeface="Times New Roman"/>
                <a:cs typeface="Times New Roman"/>
              </a:rPr>
              <a:t>driver's </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increased</a:t>
            </a:r>
            <a:r>
              <a:rPr sz="3150" spc="195" dirty="0">
                <a:solidFill>
                  <a:srgbClr val="404040"/>
                </a:solidFill>
                <a:latin typeface="Times New Roman"/>
                <a:cs typeface="Times New Roman"/>
              </a:rPr>
              <a:t> </a:t>
            </a:r>
            <a:r>
              <a:rPr sz="3150" spc="-5" dirty="0">
                <a:solidFill>
                  <a:srgbClr val="404040"/>
                </a:solidFill>
                <a:latin typeface="Times New Roman"/>
                <a:cs typeface="Times New Roman"/>
              </a:rPr>
              <a:t>rapidly</a:t>
            </a:r>
            <a:r>
              <a:rPr sz="3150" spc="985" dirty="0">
                <a:solidFill>
                  <a:srgbClr val="404040"/>
                </a:solidFill>
                <a:latin typeface="Times New Roman"/>
                <a:cs typeface="Times New Roman"/>
              </a:rPr>
              <a:t> </a:t>
            </a:r>
            <a:r>
              <a:rPr sz="3150" dirty="0">
                <a:solidFill>
                  <a:srgbClr val="404040"/>
                </a:solidFill>
                <a:latin typeface="Times New Roman"/>
                <a:cs typeface="Times New Roman"/>
              </a:rPr>
              <a:t>.</a:t>
            </a:r>
            <a:r>
              <a:rPr sz="3150" spc="775" dirty="0">
                <a:solidFill>
                  <a:srgbClr val="404040"/>
                </a:solidFill>
                <a:latin typeface="Times New Roman"/>
                <a:cs typeface="Times New Roman"/>
              </a:rPr>
              <a:t> </a:t>
            </a:r>
            <a:r>
              <a:rPr sz="3150" spc="-10" dirty="0">
                <a:solidFill>
                  <a:srgbClr val="404040"/>
                </a:solidFill>
                <a:latin typeface="Times New Roman"/>
                <a:cs typeface="Times New Roman"/>
              </a:rPr>
              <a:t>More</a:t>
            </a:r>
            <a:r>
              <a:rPr sz="3150" spc="994" dirty="0">
                <a:solidFill>
                  <a:srgbClr val="404040"/>
                </a:solidFill>
                <a:latin typeface="Times New Roman"/>
                <a:cs typeface="Times New Roman"/>
              </a:rPr>
              <a:t> </a:t>
            </a:r>
            <a:r>
              <a:rPr sz="3150" spc="5" dirty="0">
                <a:solidFill>
                  <a:srgbClr val="404040"/>
                </a:solidFill>
                <a:latin typeface="Times New Roman"/>
                <a:cs typeface="Times New Roman"/>
              </a:rPr>
              <a:t>and </a:t>
            </a:r>
            <a:r>
              <a:rPr sz="3150" spc="130" dirty="0">
                <a:solidFill>
                  <a:srgbClr val="404040"/>
                </a:solidFill>
                <a:latin typeface="Times New Roman"/>
                <a:cs typeface="Times New Roman"/>
              </a:rPr>
              <a:t> </a:t>
            </a:r>
            <a:r>
              <a:rPr sz="3150" spc="5" dirty="0">
                <a:solidFill>
                  <a:srgbClr val="404040"/>
                </a:solidFill>
                <a:latin typeface="Times New Roman"/>
                <a:cs typeface="Times New Roman"/>
              </a:rPr>
              <a:t>more </a:t>
            </a:r>
            <a:r>
              <a:rPr sz="3150" spc="135" dirty="0">
                <a:solidFill>
                  <a:srgbClr val="404040"/>
                </a:solidFill>
                <a:latin typeface="Times New Roman"/>
                <a:cs typeface="Times New Roman"/>
              </a:rPr>
              <a:t> </a:t>
            </a:r>
            <a:r>
              <a:rPr sz="3150" spc="-5" dirty="0">
                <a:solidFill>
                  <a:srgbClr val="404040"/>
                </a:solidFill>
                <a:latin typeface="Times New Roman"/>
                <a:cs typeface="Times New Roman"/>
              </a:rPr>
              <a:t>people</a:t>
            </a:r>
            <a:r>
              <a:rPr sz="3150" spc="965" dirty="0">
                <a:solidFill>
                  <a:srgbClr val="404040"/>
                </a:solidFill>
                <a:latin typeface="Times New Roman"/>
                <a:cs typeface="Times New Roman"/>
              </a:rPr>
              <a:t> </a:t>
            </a:r>
            <a:r>
              <a:rPr sz="3150" spc="5" dirty="0">
                <a:solidFill>
                  <a:srgbClr val="404040"/>
                </a:solidFill>
                <a:latin typeface="Times New Roman"/>
                <a:cs typeface="Times New Roman"/>
              </a:rPr>
              <a:t>are </a:t>
            </a:r>
            <a:r>
              <a:rPr sz="3150" spc="135" dirty="0">
                <a:solidFill>
                  <a:srgbClr val="404040"/>
                </a:solidFill>
                <a:latin typeface="Times New Roman"/>
                <a:cs typeface="Times New Roman"/>
              </a:rPr>
              <a:t> </a:t>
            </a:r>
            <a:r>
              <a:rPr sz="3150" spc="-10" dirty="0">
                <a:solidFill>
                  <a:srgbClr val="404040"/>
                </a:solidFill>
                <a:latin typeface="Times New Roman"/>
                <a:cs typeface="Times New Roman"/>
              </a:rPr>
              <a:t>realizing</a:t>
            </a:r>
            <a:r>
              <a:rPr sz="3150" spc="785" dirty="0">
                <a:solidFill>
                  <a:srgbClr val="404040"/>
                </a:solidFill>
                <a:latin typeface="Times New Roman"/>
                <a:cs typeface="Times New Roman"/>
              </a:rPr>
              <a:t> </a:t>
            </a:r>
            <a:r>
              <a:rPr sz="3150" spc="-10" dirty="0">
                <a:solidFill>
                  <a:srgbClr val="404040"/>
                </a:solidFill>
                <a:latin typeface="Times New Roman"/>
                <a:cs typeface="Times New Roman"/>
              </a:rPr>
              <a:t>that</a:t>
            </a:r>
            <a:r>
              <a:rPr sz="3150" spc="835" dirty="0">
                <a:solidFill>
                  <a:srgbClr val="404040"/>
                </a:solidFill>
                <a:latin typeface="Times New Roman"/>
                <a:cs typeface="Times New Roman"/>
              </a:rPr>
              <a:t> </a:t>
            </a:r>
            <a:r>
              <a:rPr sz="3150" dirty="0">
                <a:solidFill>
                  <a:srgbClr val="404040"/>
                </a:solidFill>
                <a:latin typeface="Times New Roman"/>
                <a:cs typeface="Times New Roman"/>
              </a:rPr>
              <a:t>drunk</a:t>
            </a:r>
            <a:r>
              <a:rPr sz="3150" spc="95" dirty="0">
                <a:solidFill>
                  <a:srgbClr val="404040"/>
                </a:solidFill>
                <a:latin typeface="Times New Roman"/>
                <a:cs typeface="Times New Roman"/>
              </a:rPr>
              <a:t> </a:t>
            </a:r>
            <a:r>
              <a:rPr sz="3150" spc="-10" dirty="0">
                <a:solidFill>
                  <a:srgbClr val="404040"/>
                </a:solidFill>
                <a:latin typeface="Times New Roman"/>
                <a:cs typeface="Times New Roman"/>
              </a:rPr>
              <a:t>driving</a:t>
            </a:r>
            <a:r>
              <a:rPr sz="3150" spc="969" dirty="0">
                <a:solidFill>
                  <a:srgbClr val="404040"/>
                </a:solidFill>
                <a:latin typeface="Times New Roman"/>
                <a:cs typeface="Times New Roman"/>
              </a:rPr>
              <a:t> </a:t>
            </a:r>
            <a:r>
              <a:rPr sz="3150" spc="20" dirty="0">
                <a:solidFill>
                  <a:srgbClr val="404040"/>
                </a:solidFill>
                <a:latin typeface="Times New Roman"/>
                <a:cs typeface="Times New Roman"/>
              </a:rPr>
              <a:t>is </a:t>
            </a:r>
            <a:r>
              <a:rPr sz="3150" spc="-780" dirty="0">
                <a:solidFill>
                  <a:srgbClr val="404040"/>
                </a:solidFill>
                <a:latin typeface="Times New Roman"/>
                <a:cs typeface="Times New Roman"/>
              </a:rPr>
              <a:t> </a:t>
            </a:r>
            <a:r>
              <a:rPr sz="3150" dirty="0">
                <a:solidFill>
                  <a:srgbClr val="404040"/>
                </a:solidFill>
                <a:latin typeface="Times New Roman"/>
                <a:cs typeface="Times New Roman"/>
              </a:rPr>
              <a:t>a   </a:t>
            </a:r>
            <a:r>
              <a:rPr sz="3150" spc="5" dirty="0">
                <a:solidFill>
                  <a:srgbClr val="404040"/>
                </a:solidFill>
                <a:latin typeface="Times New Roman"/>
                <a:cs typeface="Times New Roman"/>
              </a:rPr>
              <a:t> </a:t>
            </a:r>
            <a:r>
              <a:rPr sz="3150" spc="-5" dirty="0">
                <a:solidFill>
                  <a:srgbClr val="404040"/>
                </a:solidFill>
                <a:latin typeface="Times New Roman"/>
                <a:cs typeface="Times New Roman"/>
              </a:rPr>
              <a:t>public</a:t>
            </a:r>
            <a:r>
              <a:rPr sz="3150" spc="775" dirty="0">
                <a:solidFill>
                  <a:srgbClr val="404040"/>
                </a:solidFill>
                <a:latin typeface="Times New Roman"/>
                <a:cs typeface="Times New Roman"/>
              </a:rPr>
              <a:t> </a:t>
            </a:r>
            <a:r>
              <a:rPr sz="3150" spc="780" dirty="0">
                <a:solidFill>
                  <a:srgbClr val="404040"/>
                </a:solidFill>
                <a:latin typeface="Times New Roman"/>
                <a:cs typeface="Times New Roman"/>
              </a:rPr>
              <a:t> </a:t>
            </a:r>
            <a:r>
              <a:rPr sz="3150" spc="-10" dirty="0">
                <a:solidFill>
                  <a:srgbClr val="404040"/>
                </a:solidFill>
                <a:latin typeface="Times New Roman"/>
                <a:cs typeface="Times New Roman"/>
              </a:rPr>
              <a:t>safety</a:t>
            </a:r>
            <a:r>
              <a:rPr sz="3150" spc="765" dirty="0">
                <a:solidFill>
                  <a:srgbClr val="404040"/>
                </a:solidFill>
                <a:latin typeface="Times New Roman"/>
                <a:cs typeface="Times New Roman"/>
              </a:rPr>
              <a:t> </a:t>
            </a:r>
            <a:r>
              <a:rPr sz="3150" spc="770" dirty="0">
                <a:solidFill>
                  <a:srgbClr val="404040"/>
                </a:solidFill>
                <a:latin typeface="Times New Roman"/>
                <a:cs typeface="Times New Roman"/>
              </a:rPr>
              <a:t> </a:t>
            </a:r>
            <a:r>
              <a:rPr sz="3150" dirty="0">
                <a:solidFill>
                  <a:srgbClr val="404040"/>
                </a:solidFill>
                <a:latin typeface="Times New Roman"/>
                <a:cs typeface="Times New Roman"/>
              </a:rPr>
              <a:t>hazard   </a:t>
            </a:r>
            <a:r>
              <a:rPr sz="3150" spc="5" dirty="0">
                <a:solidFill>
                  <a:srgbClr val="404040"/>
                </a:solidFill>
                <a:latin typeface="Times New Roman"/>
                <a:cs typeface="Times New Roman"/>
              </a:rPr>
              <a:t> </a:t>
            </a:r>
            <a:r>
              <a:rPr sz="3150" dirty="0">
                <a:solidFill>
                  <a:srgbClr val="404040"/>
                </a:solidFill>
                <a:latin typeface="Times New Roman"/>
                <a:cs typeface="Times New Roman"/>
              </a:rPr>
              <a:t>on   </a:t>
            </a:r>
            <a:r>
              <a:rPr sz="3150" spc="-20" dirty="0">
                <a:solidFill>
                  <a:srgbClr val="404040"/>
                </a:solidFill>
                <a:latin typeface="Times New Roman"/>
                <a:cs typeface="Times New Roman"/>
              </a:rPr>
              <a:t>the</a:t>
            </a:r>
            <a:r>
              <a:rPr sz="3150" spc="745" dirty="0">
                <a:solidFill>
                  <a:srgbClr val="404040"/>
                </a:solidFill>
                <a:latin typeface="Times New Roman"/>
                <a:cs typeface="Times New Roman"/>
              </a:rPr>
              <a:t> </a:t>
            </a:r>
            <a:r>
              <a:rPr sz="3150" spc="750" dirty="0">
                <a:solidFill>
                  <a:srgbClr val="404040"/>
                </a:solidFill>
                <a:latin typeface="Times New Roman"/>
                <a:cs typeface="Times New Roman"/>
              </a:rPr>
              <a:t> </a:t>
            </a:r>
            <a:r>
              <a:rPr sz="3150" spc="-5" dirty="0">
                <a:solidFill>
                  <a:srgbClr val="404040"/>
                </a:solidFill>
                <a:latin typeface="Times New Roman"/>
                <a:cs typeface="Times New Roman"/>
              </a:rPr>
              <a:t>road.</a:t>
            </a:r>
            <a:r>
              <a:rPr sz="3150" spc="775" dirty="0">
                <a:solidFill>
                  <a:srgbClr val="404040"/>
                </a:solidFill>
                <a:latin typeface="Times New Roman"/>
                <a:cs typeface="Times New Roman"/>
              </a:rPr>
              <a:t> </a:t>
            </a:r>
            <a:r>
              <a:rPr sz="3150" spc="780" dirty="0">
                <a:solidFill>
                  <a:srgbClr val="404040"/>
                </a:solidFill>
                <a:latin typeface="Times New Roman"/>
                <a:cs typeface="Times New Roman"/>
              </a:rPr>
              <a:t> </a:t>
            </a:r>
            <a:r>
              <a:rPr sz="3150" spc="-10" dirty="0">
                <a:solidFill>
                  <a:srgbClr val="404040"/>
                </a:solidFill>
                <a:latin typeface="Times New Roman"/>
                <a:cs typeface="Times New Roman"/>
              </a:rPr>
              <a:t>It's</a:t>
            </a:r>
            <a:r>
              <a:rPr sz="3150" spc="765" dirty="0">
                <a:solidFill>
                  <a:srgbClr val="404040"/>
                </a:solidFill>
                <a:latin typeface="Times New Roman"/>
                <a:cs typeface="Times New Roman"/>
              </a:rPr>
              <a:t> </a:t>
            </a:r>
            <a:r>
              <a:rPr sz="3150" spc="770" dirty="0">
                <a:solidFill>
                  <a:srgbClr val="404040"/>
                </a:solidFill>
                <a:latin typeface="Times New Roman"/>
                <a:cs typeface="Times New Roman"/>
              </a:rPr>
              <a:t> </a:t>
            </a:r>
            <a:r>
              <a:rPr sz="3150" spc="-5" dirty="0">
                <a:solidFill>
                  <a:srgbClr val="404040"/>
                </a:solidFill>
                <a:latin typeface="Times New Roman"/>
                <a:cs typeface="Times New Roman"/>
              </a:rPr>
              <a:t>time</a:t>
            </a:r>
            <a:r>
              <a:rPr sz="3150" spc="1165" dirty="0">
                <a:solidFill>
                  <a:srgbClr val="404040"/>
                </a:solidFill>
                <a:latin typeface="Times New Roman"/>
                <a:cs typeface="Times New Roman"/>
              </a:rPr>
              <a:t>  </a:t>
            </a:r>
            <a:r>
              <a:rPr sz="3150" spc="10" dirty="0">
                <a:solidFill>
                  <a:srgbClr val="404040"/>
                </a:solidFill>
                <a:latin typeface="Times New Roman"/>
                <a:cs typeface="Times New Roman"/>
              </a:rPr>
              <a:t>to     </a:t>
            </a:r>
            <a:r>
              <a:rPr sz="3150" spc="-15" dirty="0">
                <a:solidFill>
                  <a:srgbClr val="404040"/>
                </a:solidFill>
                <a:latin typeface="Times New Roman"/>
                <a:cs typeface="Times New Roman"/>
              </a:rPr>
              <a:t>develop</a:t>
            </a:r>
            <a:r>
              <a:rPr sz="3150" spc="1140" dirty="0">
                <a:solidFill>
                  <a:srgbClr val="404040"/>
                </a:solidFill>
                <a:latin typeface="Times New Roman"/>
                <a:cs typeface="Times New Roman"/>
              </a:rPr>
              <a:t> </a:t>
            </a:r>
            <a:r>
              <a:rPr sz="3150" spc="1145" dirty="0">
                <a:solidFill>
                  <a:srgbClr val="404040"/>
                </a:solidFill>
                <a:latin typeface="Times New Roman"/>
                <a:cs typeface="Times New Roman"/>
              </a:rPr>
              <a:t> </a:t>
            </a:r>
            <a:r>
              <a:rPr sz="3150" dirty="0">
                <a:solidFill>
                  <a:srgbClr val="404040"/>
                </a:solidFill>
                <a:latin typeface="Times New Roman"/>
                <a:cs typeface="Times New Roman"/>
              </a:rPr>
              <a:t>a </a:t>
            </a:r>
            <a:r>
              <a:rPr sz="3150" spc="5" dirty="0">
                <a:solidFill>
                  <a:srgbClr val="404040"/>
                </a:solidFill>
                <a:latin typeface="Times New Roman"/>
                <a:cs typeface="Times New Roman"/>
              </a:rPr>
              <a:t> system that </a:t>
            </a:r>
            <a:r>
              <a:rPr sz="3150" spc="15" dirty="0">
                <a:solidFill>
                  <a:srgbClr val="404040"/>
                </a:solidFill>
                <a:latin typeface="Times New Roman"/>
                <a:cs typeface="Times New Roman"/>
              </a:rPr>
              <a:t>can </a:t>
            </a:r>
            <a:r>
              <a:rPr sz="3150" spc="-5" dirty="0">
                <a:solidFill>
                  <a:srgbClr val="404040"/>
                </a:solidFill>
                <a:latin typeface="Times New Roman"/>
                <a:cs typeface="Times New Roman"/>
              </a:rPr>
              <a:t>effectively </a:t>
            </a:r>
            <a:r>
              <a:rPr sz="3150" spc="10" dirty="0">
                <a:solidFill>
                  <a:srgbClr val="404040"/>
                </a:solidFill>
                <a:latin typeface="Times New Roman"/>
                <a:cs typeface="Times New Roman"/>
              </a:rPr>
              <a:t>deter drunk </a:t>
            </a:r>
            <a:r>
              <a:rPr sz="3150" spc="5" dirty="0">
                <a:solidFill>
                  <a:srgbClr val="404040"/>
                </a:solidFill>
                <a:latin typeface="Times New Roman"/>
                <a:cs typeface="Times New Roman"/>
              </a:rPr>
              <a:t>driving. </a:t>
            </a:r>
            <a:r>
              <a:rPr sz="3150" dirty="0">
                <a:solidFill>
                  <a:srgbClr val="404040"/>
                </a:solidFill>
                <a:latin typeface="Times New Roman"/>
                <a:cs typeface="Times New Roman"/>
              </a:rPr>
              <a:t>Since </a:t>
            </a:r>
            <a:r>
              <a:rPr sz="3150" spc="5" dirty="0">
                <a:solidFill>
                  <a:srgbClr val="404040"/>
                </a:solidFill>
                <a:latin typeface="Times New Roman"/>
                <a:cs typeface="Times New Roman"/>
              </a:rPr>
              <a:t>this type </a:t>
            </a:r>
            <a:r>
              <a:rPr sz="3150" dirty="0">
                <a:solidFill>
                  <a:srgbClr val="404040"/>
                </a:solidFill>
                <a:latin typeface="Times New Roman"/>
                <a:cs typeface="Times New Roman"/>
              </a:rPr>
              <a:t>of </a:t>
            </a:r>
            <a:r>
              <a:rPr sz="3150" spc="-5" dirty="0">
                <a:solidFill>
                  <a:srgbClr val="404040"/>
                </a:solidFill>
                <a:latin typeface="Times New Roman"/>
                <a:cs typeface="Times New Roman"/>
              </a:rPr>
              <a:t>system </a:t>
            </a:r>
            <a:r>
              <a:rPr sz="3150" spc="10" dirty="0">
                <a:solidFill>
                  <a:srgbClr val="404040"/>
                </a:solidFill>
                <a:latin typeface="Times New Roman"/>
                <a:cs typeface="Times New Roman"/>
              </a:rPr>
              <a:t>is </a:t>
            </a:r>
            <a:r>
              <a:rPr sz="3150" spc="-5" dirty="0">
                <a:solidFill>
                  <a:srgbClr val="404040"/>
                </a:solidFill>
                <a:latin typeface="Times New Roman"/>
                <a:cs typeface="Times New Roman"/>
              </a:rPr>
              <a:t>not </a:t>
            </a:r>
            <a:r>
              <a:rPr sz="3150" dirty="0">
                <a:solidFill>
                  <a:srgbClr val="404040"/>
                </a:solidFill>
                <a:latin typeface="Times New Roman"/>
                <a:cs typeface="Times New Roman"/>
              </a:rPr>
              <a:t> </a:t>
            </a:r>
            <a:r>
              <a:rPr sz="3150" spc="5" dirty="0">
                <a:solidFill>
                  <a:srgbClr val="404040"/>
                </a:solidFill>
                <a:latin typeface="Times New Roman"/>
                <a:cs typeface="Times New Roman"/>
              </a:rPr>
              <a:t>widespread, </a:t>
            </a:r>
            <a:r>
              <a:rPr sz="3150" spc="20" dirty="0">
                <a:solidFill>
                  <a:srgbClr val="404040"/>
                </a:solidFill>
                <a:latin typeface="Times New Roman"/>
                <a:cs typeface="Times New Roman"/>
              </a:rPr>
              <a:t>we </a:t>
            </a:r>
            <a:r>
              <a:rPr sz="3150" spc="5" dirty="0">
                <a:solidFill>
                  <a:srgbClr val="404040"/>
                </a:solidFill>
                <a:latin typeface="Times New Roman"/>
                <a:cs typeface="Times New Roman"/>
              </a:rPr>
              <a:t>are trying </a:t>
            </a:r>
            <a:r>
              <a:rPr sz="3150" spc="10" dirty="0">
                <a:solidFill>
                  <a:srgbClr val="404040"/>
                </a:solidFill>
                <a:latin typeface="Times New Roman"/>
                <a:cs typeface="Times New Roman"/>
              </a:rPr>
              <a:t>to </a:t>
            </a:r>
            <a:r>
              <a:rPr sz="3150" spc="5" dirty="0">
                <a:solidFill>
                  <a:srgbClr val="404040"/>
                </a:solidFill>
                <a:latin typeface="Times New Roman"/>
                <a:cs typeface="Times New Roman"/>
              </a:rPr>
              <a:t>develop this </a:t>
            </a:r>
            <a:r>
              <a:rPr sz="3150" spc="-5" dirty="0">
                <a:solidFill>
                  <a:srgbClr val="404040"/>
                </a:solidFill>
                <a:latin typeface="Times New Roman"/>
                <a:cs typeface="Times New Roman"/>
              </a:rPr>
              <a:t>system </a:t>
            </a:r>
            <a:r>
              <a:rPr sz="3150" spc="10" dirty="0">
                <a:solidFill>
                  <a:srgbClr val="404040"/>
                </a:solidFill>
                <a:latin typeface="Times New Roman"/>
                <a:cs typeface="Times New Roman"/>
              </a:rPr>
              <a:t>to </a:t>
            </a:r>
            <a:r>
              <a:rPr sz="3150" spc="-5" dirty="0">
                <a:solidFill>
                  <a:srgbClr val="404040"/>
                </a:solidFill>
                <a:latin typeface="Times New Roman"/>
                <a:cs typeface="Times New Roman"/>
              </a:rPr>
              <a:t>be available </a:t>
            </a:r>
            <a:r>
              <a:rPr sz="3150" spc="10" dirty="0">
                <a:solidFill>
                  <a:srgbClr val="404040"/>
                </a:solidFill>
                <a:latin typeface="Times New Roman"/>
                <a:cs typeface="Times New Roman"/>
              </a:rPr>
              <a:t>in all </a:t>
            </a:r>
            <a:r>
              <a:rPr sz="3150" dirty="0">
                <a:solidFill>
                  <a:srgbClr val="404040"/>
                </a:solidFill>
                <a:latin typeface="Times New Roman"/>
                <a:cs typeface="Times New Roman"/>
              </a:rPr>
              <a:t>cars. </a:t>
            </a:r>
            <a:r>
              <a:rPr sz="3150" spc="5" dirty="0">
                <a:solidFill>
                  <a:srgbClr val="404040"/>
                </a:solidFill>
                <a:latin typeface="Times New Roman"/>
                <a:cs typeface="Times New Roman"/>
              </a:rPr>
              <a:t>This </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system </a:t>
            </a:r>
            <a:r>
              <a:rPr sz="3150" dirty="0">
                <a:solidFill>
                  <a:srgbClr val="404040"/>
                </a:solidFill>
                <a:latin typeface="Times New Roman"/>
                <a:cs typeface="Times New Roman"/>
              </a:rPr>
              <a:t>costs less </a:t>
            </a:r>
            <a:r>
              <a:rPr sz="3150" spc="-5" dirty="0">
                <a:solidFill>
                  <a:srgbClr val="404040"/>
                </a:solidFill>
                <a:latin typeface="Times New Roman"/>
                <a:cs typeface="Times New Roman"/>
              </a:rPr>
              <a:t>but </a:t>
            </a:r>
            <a:r>
              <a:rPr sz="3150" spc="10" dirty="0">
                <a:solidFill>
                  <a:srgbClr val="404040"/>
                </a:solidFill>
                <a:latin typeface="Times New Roman"/>
                <a:cs typeface="Times New Roman"/>
              </a:rPr>
              <a:t>is </a:t>
            </a:r>
            <a:r>
              <a:rPr sz="3150" spc="5" dirty="0">
                <a:solidFill>
                  <a:srgbClr val="404040"/>
                </a:solidFill>
                <a:latin typeface="Times New Roman"/>
                <a:cs typeface="Times New Roman"/>
              </a:rPr>
              <a:t>more </a:t>
            </a:r>
            <a:r>
              <a:rPr sz="3150" spc="-5" dirty="0">
                <a:solidFill>
                  <a:srgbClr val="404040"/>
                </a:solidFill>
                <a:latin typeface="Times New Roman"/>
                <a:cs typeface="Times New Roman"/>
              </a:rPr>
              <a:t>effective </a:t>
            </a:r>
            <a:r>
              <a:rPr sz="3150" spc="10" dirty="0">
                <a:solidFill>
                  <a:srgbClr val="404040"/>
                </a:solidFill>
                <a:latin typeface="Times New Roman"/>
                <a:cs typeface="Times New Roman"/>
              </a:rPr>
              <a:t>in </a:t>
            </a:r>
            <a:r>
              <a:rPr sz="3150" dirty="0">
                <a:solidFill>
                  <a:srgbClr val="404040"/>
                </a:solidFill>
                <a:latin typeface="Times New Roman"/>
                <a:cs typeface="Times New Roman"/>
              </a:rPr>
              <a:t>keeping </a:t>
            </a:r>
            <a:r>
              <a:rPr sz="3150" spc="5" dirty="0">
                <a:solidFill>
                  <a:srgbClr val="404040"/>
                </a:solidFill>
                <a:latin typeface="Times New Roman"/>
                <a:cs typeface="Times New Roman"/>
              </a:rPr>
              <a:t>people </a:t>
            </a:r>
            <a:r>
              <a:rPr sz="3150" dirty="0">
                <a:solidFill>
                  <a:srgbClr val="404040"/>
                </a:solidFill>
                <a:latin typeface="Times New Roman"/>
                <a:cs typeface="Times New Roman"/>
              </a:rPr>
              <a:t>safe. </a:t>
            </a:r>
            <a:r>
              <a:rPr sz="3150" spc="10" dirty="0">
                <a:solidFill>
                  <a:srgbClr val="404040"/>
                </a:solidFill>
                <a:latin typeface="Times New Roman"/>
                <a:cs typeface="Times New Roman"/>
              </a:rPr>
              <a:t>This </a:t>
            </a:r>
            <a:r>
              <a:rPr sz="3150" spc="-5" dirty="0">
                <a:solidFill>
                  <a:srgbClr val="404040"/>
                </a:solidFill>
                <a:latin typeface="Times New Roman"/>
                <a:cs typeface="Times New Roman"/>
              </a:rPr>
              <a:t>system </a:t>
            </a:r>
            <a:r>
              <a:rPr sz="3150" spc="5" dirty="0">
                <a:solidFill>
                  <a:srgbClr val="404040"/>
                </a:solidFill>
                <a:latin typeface="Times New Roman"/>
                <a:cs typeface="Times New Roman"/>
              </a:rPr>
              <a:t>has the </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preventive</a:t>
            </a:r>
            <a:r>
              <a:rPr sz="3150" spc="50" dirty="0">
                <a:solidFill>
                  <a:srgbClr val="404040"/>
                </a:solidFill>
                <a:latin typeface="Times New Roman"/>
                <a:cs typeface="Times New Roman"/>
              </a:rPr>
              <a:t> </a:t>
            </a:r>
            <a:r>
              <a:rPr sz="3150" spc="-15" dirty="0">
                <a:solidFill>
                  <a:srgbClr val="404040"/>
                </a:solidFill>
                <a:latin typeface="Times New Roman"/>
                <a:cs typeface="Times New Roman"/>
              </a:rPr>
              <a:t>effect</a:t>
            </a:r>
            <a:r>
              <a:rPr sz="3150" spc="60" dirty="0">
                <a:solidFill>
                  <a:srgbClr val="404040"/>
                </a:solidFill>
                <a:latin typeface="Times New Roman"/>
                <a:cs typeface="Times New Roman"/>
              </a:rPr>
              <a:t> </a:t>
            </a:r>
            <a:r>
              <a:rPr sz="3150" spc="-5" dirty="0">
                <a:solidFill>
                  <a:srgbClr val="404040"/>
                </a:solidFill>
                <a:latin typeface="Times New Roman"/>
                <a:cs typeface="Times New Roman"/>
              </a:rPr>
              <a:t>of</a:t>
            </a:r>
            <a:r>
              <a:rPr sz="3150" spc="20" dirty="0">
                <a:solidFill>
                  <a:srgbClr val="404040"/>
                </a:solidFill>
                <a:latin typeface="Times New Roman"/>
                <a:cs typeface="Times New Roman"/>
              </a:rPr>
              <a:t> </a:t>
            </a:r>
            <a:r>
              <a:rPr sz="3150" dirty="0">
                <a:solidFill>
                  <a:srgbClr val="404040"/>
                </a:solidFill>
                <a:latin typeface="Times New Roman"/>
                <a:cs typeface="Times New Roman"/>
              </a:rPr>
              <a:t>preventing</a:t>
            </a:r>
            <a:r>
              <a:rPr sz="3150" spc="75" dirty="0">
                <a:solidFill>
                  <a:srgbClr val="404040"/>
                </a:solidFill>
                <a:latin typeface="Times New Roman"/>
                <a:cs typeface="Times New Roman"/>
              </a:rPr>
              <a:t> </a:t>
            </a:r>
            <a:r>
              <a:rPr sz="3150" dirty="0">
                <a:solidFill>
                  <a:srgbClr val="404040"/>
                </a:solidFill>
                <a:latin typeface="Times New Roman"/>
                <a:cs typeface="Times New Roman"/>
              </a:rPr>
              <a:t>accidents.</a:t>
            </a:r>
            <a:endParaRPr sz="3150">
              <a:latin typeface="Times New Roman"/>
              <a:cs typeface="Times New Roman"/>
            </a:endParaRPr>
          </a:p>
          <a:p>
            <a:pPr marL="12700" marR="20320" algn="just">
              <a:lnSpc>
                <a:spcPct val="101800"/>
              </a:lnSpc>
              <a:spcBef>
                <a:spcPts val="60"/>
              </a:spcBef>
            </a:pPr>
            <a:r>
              <a:rPr sz="3150" dirty="0">
                <a:solidFill>
                  <a:srgbClr val="404040"/>
                </a:solidFill>
                <a:latin typeface="Times New Roman"/>
                <a:cs typeface="Times New Roman"/>
              </a:rPr>
              <a:t>In</a:t>
            </a:r>
            <a:r>
              <a:rPr sz="3150" spc="5" dirty="0">
                <a:solidFill>
                  <a:srgbClr val="404040"/>
                </a:solidFill>
                <a:latin typeface="Times New Roman"/>
                <a:cs typeface="Times New Roman"/>
              </a:rPr>
              <a:t> this</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engineering</a:t>
            </a:r>
            <a:r>
              <a:rPr sz="3150" spc="10" dirty="0">
                <a:solidFill>
                  <a:srgbClr val="404040"/>
                </a:solidFill>
                <a:latin typeface="Times New Roman"/>
                <a:cs typeface="Times New Roman"/>
              </a:rPr>
              <a:t> </a:t>
            </a:r>
            <a:r>
              <a:rPr sz="3150" dirty="0">
                <a:solidFill>
                  <a:srgbClr val="404040"/>
                </a:solidFill>
                <a:latin typeface="Times New Roman"/>
                <a:cs typeface="Times New Roman"/>
              </a:rPr>
              <a:t>clinics</a:t>
            </a:r>
            <a:r>
              <a:rPr sz="3150" spc="5" dirty="0">
                <a:solidFill>
                  <a:srgbClr val="404040"/>
                </a:solidFill>
                <a:latin typeface="Times New Roman"/>
                <a:cs typeface="Times New Roman"/>
              </a:rPr>
              <a:t> project,</a:t>
            </a:r>
            <a:r>
              <a:rPr sz="3150" spc="10" dirty="0">
                <a:solidFill>
                  <a:srgbClr val="404040"/>
                </a:solidFill>
                <a:latin typeface="Times New Roman"/>
                <a:cs typeface="Times New Roman"/>
              </a:rPr>
              <a:t> </a:t>
            </a:r>
            <a:r>
              <a:rPr sz="3150" spc="20" dirty="0">
                <a:solidFill>
                  <a:srgbClr val="404040"/>
                </a:solidFill>
                <a:latin typeface="Times New Roman"/>
                <a:cs typeface="Times New Roman"/>
              </a:rPr>
              <a:t>we</a:t>
            </a:r>
            <a:r>
              <a:rPr sz="3150" spc="25" dirty="0">
                <a:solidFill>
                  <a:srgbClr val="404040"/>
                </a:solidFill>
                <a:latin typeface="Times New Roman"/>
                <a:cs typeface="Times New Roman"/>
              </a:rPr>
              <a:t> </a:t>
            </a:r>
            <a:r>
              <a:rPr sz="3150" spc="5" dirty="0">
                <a:solidFill>
                  <a:srgbClr val="404040"/>
                </a:solidFill>
                <a:latin typeface="Times New Roman"/>
                <a:cs typeface="Times New Roman"/>
              </a:rPr>
              <a:t>are</a:t>
            </a:r>
            <a:r>
              <a:rPr sz="3150" spc="10" dirty="0">
                <a:solidFill>
                  <a:srgbClr val="404040"/>
                </a:solidFill>
                <a:latin typeface="Times New Roman"/>
                <a:cs typeface="Times New Roman"/>
              </a:rPr>
              <a:t> making</a:t>
            </a:r>
            <a:r>
              <a:rPr sz="3150" spc="15" dirty="0">
                <a:solidFill>
                  <a:srgbClr val="404040"/>
                </a:solidFill>
                <a:latin typeface="Times New Roman"/>
                <a:cs typeface="Times New Roman"/>
              </a:rPr>
              <a:t> </a:t>
            </a:r>
            <a:r>
              <a:rPr sz="3150" spc="10" dirty="0">
                <a:solidFill>
                  <a:srgbClr val="404040"/>
                </a:solidFill>
                <a:latin typeface="Times New Roman"/>
                <a:cs typeface="Times New Roman"/>
              </a:rPr>
              <a:t>an</a:t>
            </a:r>
            <a:r>
              <a:rPr sz="3150" spc="15" dirty="0">
                <a:solidFill>
                  <a:srgbClr val="404040"/>
                </a:solidFill>
                <a:latin typeface="Times New Roman"/>
                <a:cs typeface="Times New Roman"/>
              </a:rPr>
              <a:t> </a:t>
            </a:r>
            <a:r>
              <a:rPr sz="3150" spc="5" dirty="0">
                <a:solidFill>
                  <a:srgbClr val="404040"/>
                </a:solidFill>
                <a:latin typeface="Times New Roman"/>
                <a:cs typeface="Times New Roman"/>
              </a:rPr>
              <a:t>alcohol  </a:t>
            </a:r>
            <a:r>
              <a:rPr sz="3150" dirty="0">
                <a:solidFill>
                  <a:srgbClr val="404040"/>
                </a:solidFill>
                <a:latin typeface="Times New Roman"/>
                <a:cs typeface="Times New Roman"/>
              </a:rPr>
              <a:t>detecting</a:t>
            </a:r>
            <a:r>
              <a:rPr sz="3150" spc="785" dirty="0">
                <a:solidFill>
                  <a:srgbClr val="404040"/>
                </a:solidFill>
                <a:latin typeface="Times New Roman"/>
                <a:cs typeface="Times New Roman"/>
              </a:rPr>
              <a:t> </a:t>
            </a:r>
            <a:r>
              <a:rPr sz="3150" spc="5" dirty="0">
                <a:solidFill>
                  <a:srgbClr val="404040"/>
                </a:solidFill>
                <a:latin typeface="Times New Roman"/>
                <a:cs typeface="Times New Roman"/>
              </a:rPr>
              <a:t>and </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ignition </a:t>
            </a:r>
            <a:r>
              <a:rPr sz="3150" spc="-10" dirty="0">
                <a:solidFill>
                  <a:srgbClr val="404040"/>
                </a:solidFill>
                <a:latin typeface="Times New Roman"/>
                <a:cs typeface="Times New Roman"/>
              </a:rPr>
              <a:t>disable </a:t>
            </a:r>
            <a:r>
              <a:rPr sz="3150" spc="-5" dirty="0">
                <a:solidFill>
                  <a:srgbClr val="404040"/>
                </a:solidFill>
                <a:latin typeface="Times New Roman"/>
                <a:cs typeface="Times New Roman"/>
              </a:rPr>
              <a:t>system </a:t>
            </a:r>
            <a:r>
              <a:rPr sz="3150" dirty="0">
                <a:solidFill>
                  <a:srgbClr val="404040"/>
                </a:solidFill>
                <a:latin typeface="Times New Roman"/>
                <a:cs typeface="Times New Roman"/>
              </a:rPr>
              <a:t>with a </a:t>
            </a:r>
            <a:r>
              <a:rPr sz="3150" spc="-5" dirty="0">
                <a:solidFill>
                  <a:srgbClr val="404040"/>
                </a:solidFill>
                <a:latin typeface="Times New Roman"/>
                <a:cs typeface="Times New Roman"/>
              </a:rPr>
              <a:t>Arduino </a:t>
            </a:r>
            <a:r>
              <a:rPr sz="3150" spc="15" dirty="0">
                <a:solidFill>
                  <a:srgbClr val="404040"/>
                </a:solidFill>
                <a:latin typeface="Times New Roman"/>
                <a:cs typeface="Times New Roman"/>
              </a:rPr>
              <a:t>Uno </a:t>
            </a:r>
            <a:r>
              <a:rPr sz="3150" spc="10" dirty="0">
                <a:solidFill>
                  <a:srgbClr val="404040"/>
                </a:solidFill>
                <a:latin typeface="Times New Roman"/>
                <a:cs typeface="Times New Roman"/>
              </a:rPr>
              <a:t>using </a:t>
            </a:r>
            <a:r>
              <a:rPr sz="3150" dirty="0">
                <a:solidFill>
                  <a:srgbClr val="404040"/>
                </a:solidFill>
                <a:latin typeface="Times New Roman"/>
                <a:cs typeface="Times New Roman"/>
              </a:rPr>
              <a:t>python. In this, </a:t>
            </a:r>
            <a:r>
              <a:rPr sz="3150" spc="5" dirty="0">
                <a:solidFill>
                  <a:srgbClr val="404040"/>
                </a:solidFill>
                <a:latin typeface="Times New Roman"/>
                <a:cs typeface="Times New Roman"/>
              </a:rPr>
              <a:t>the alcohol </a:t>
            </a:r>
            <a:r>
              <a:rPr sz="3150" dirty="0">
                <a:solidFill>
                  <a:srgbClr val="404040"/>
                </a:solidFill>
                <a:latin typeface="Times New Roman"/>
                <a:cs typeface="Times New Roman"/>
              </a:rPr>
              <a:t>will </a:t>
            </a:r>
            <a:r>
              <a:rPr sz="3150" spc="5" dirty="0">
                <a:solidFill>
                  <a:srgbClr val="404040"/>
                </a:solidFill>
                <a:latin typeface="Times New Roman"/>
                <a:cs typeface="Times New Roman"/>
              </a:rPr>
              <a:t> </a:t>
            </a:r>
            <a:r>
              <a:rPr sz="3150" spc="-5" dirty="0">
                <a:solidFill>
                  <a:srgbClr val="404040"/>
                </a:solidFill>
                <a:latin typeface="Times New Roman"/>
                <a:cs typeface="Times New Roman"/>
              </a:rPr>
              <a:t>be detected</a:t>
            </a:r>
            <a:r>
              <a:rPr sz="3150" dirty="0">
                <a:solidFill>
                  <a:srgbClr val="404040"/>
                </a:solidFill>
                <a:latin typeface="Times New Roman"/>
                <a:cs typeface="Times New Roman"/>
              </a:rPr>
              <a:t> </a:t>
            </a:r>
            <a:r>
              <a:rPr sz="3150" spc="10" dirty="0">
                <a:solidFill>
                  <a:srgbClr val="404040"/>
                </a:solidFill>
                <a:latin typeface="Times New Roman"/>
                <a:cs typeface="Times New Roman"/>
              </a:rPr>
              <a:t>in </a:t>
            </a:r>
            <a:r>
              <a:rPr sz="3150" spc="5" dirty="0">
                <a:solidFill>
                  <a:srgbClr val="404040"/>
                </a:solidFill>
                <a:latin typeface="Times New Roman"/>
                <a:cs typeface="Times New Roman"/>
              </a:rPr>
              <a:t>breathe and </a:t>
            </a:r>
            <a:r>
              <a:rPr sz="3150" spc="10" dirty="0">
                <a:solidFill>
                  <a:srgbClr val="404040"/>
                </a:solidFill>
                <a:latin typeface="Times New Roman"/>
                <a:cs typeface="Times New Roman"/>
              </a:rPr>
              <a:t>then </a:t>
            </a:r>
            <a:r>
              <a:rPr sz="3150" dirty="0">
                <a:solidFill>
                  <a:srgbClr val="404040"/>
                </a:solidFill>
                <a:latin typeface="Times New Roman"/>
                <a:cs typeface="Times New Roman"/>
              </a:rPr>
              <a:t>alerts </a:t>
            </a:r>
            <a:r>
              <a:rPr sz="3150" spc="10" dirty="0">
                <a:solidFill>
                  <a:srgbClr val="404040"/>
                </a:solidFill>
                <a:latin typeface="Times New Roman"/>
                <a:cs typeface="Times New Roman"/>
              </a:rPr>
              <a:t>if you’re </a:t>
            </a:r>
            <a:r>
              <a:rPr sz="3150" dirty="0">
                <a:solidFill>
                  <a:srgbClr val="404040"/>
                </a:solidFill>
                <a:latin typeface="Times New Roman"/>
                <a:cs typeface="Times New Roman"/>
              </a:rPr>
              <a:t>capable</a:t>
            </a:r>
            <a:r>
              <a:rPr sz="3150" spc="785" dirty="0">
                <a:solidFill>
                  <a:srgbClr val="404040"/>
                </a:solidFill>
                <a:latin typeface="Times New Roman"/>
                <a:cs typeface="Times New Roman"/>
              </a:rPr>
              <a:t> </a:t>
            </a:r>
            <a:r>
              <a:rPr sz="3150" spc="10" dirty="0">
                <a:solidFill>
                  <a:srgbClr val="404040"/>
                </a:solidFill>
                <a:latin typeface="Times New Roman"/>
                <a:cs typeface="Times New Roman"/>
              </a:rPr>
              <a:t>to </a:t>
            </a:r>
            <a:r>
              <a:rPr sz="3150" dirty="0">
                <a:solidFill>
                  <a:srgbClr val="404040"/>
                </a:solidFill>
                <a:latin typeface="Times New Roman"/>
                <a:cs typeface="Times New Roman"/>
              </a:rPr>
              <a:t>drive </a:t>
            </a:r>
            <a:r>
              <a:rPr sz="3150" spc="5" dirty="0">
                <a:solidFill>
                  <a:srgbClr val="404040"/>
                </a:solidFill>
                <a:latin typeface="Times New Roman"/>
                <a:cs typeface="Times New Roman"/>
              </a:rPr>
              <a:t>the </a:t>
            </a:r>
            <a:r>
              <a:rPr sz="3150" spc="15" dirty="0">
                <a:solidFill>
                  <a:srgbClr val="404040"/>
                </a:solidFill>
                <a:latin typeface="Times New Roman"/>
                <a:cs typeface="Times New Roman"/>
              </a:rPr>
              <a:t>car </a:t>
            </a:r>
            <a:r>
              <a:rPr sz="3150" spc="5" dirty="0">
                <a:solidFill>
                  <a:srgbClr val="404040"/>
                </a:solidFill>
                <a:latin typeface="Times New Roman"/>
                <a:cs typeface="Times New Roman"/>
              </a:rPr>
              <a:t>safely </a:t>
            </a:r>
            <a:r>
              <a:rPr sz="3150" dirty="0">
                <a:solidFill>
                  <a:srgbClr val="404040"/>
                </a:solidFill>
                <a:latin typeface="Times New Roman"/>
                <a:cs typeface="Times New Roman"/>
              </a:rPr>
              <a:t>or </a:t>
            </a:r>
            <a:r>
              <a:rPr sz="3150" spc="5" dirty="0">
                <a:solidFill>
                  <a:srgbClr val="404040"/>
                </a:solidFill>
                <a:latin typeface="Times New Roman"/>
                <a:cs typeface="Times New Roman"/>
              </a:rPr>
              <a:t> </a:t>
            </a:r>
            <a:r>
              <a:rPr sz="3150" spc="-5" dirty="0">
                <a:solidFill>
                  <a:srgbClr val="404040"/>
                </a:solidFill>
                <a:latin typeface="Times New Roman"/>
                <a:cs typeface="Times New Roman"/>
              </a:rPr>
              <a:t>not</a:t>
            </a:r>
            <a:r>
              <a:rPr sz="3150" dirty="0">
                <a:solidFill>
                  <a:srgbClr val="404040"/>
                </a:solidFill>
                <a:latin typeface="Times New Roman"/>
                <a:cs typeface="Times New Roman"/>
              </a:rPr>
              <a:t> . If</a:t>
            </a:r>
            <a:r>
              <a:rPr sz="3150" spc="5" dirty="0">
                <a:solidFill>
                  <a:srgbClr val="404040"/>
                </a:solidFill>
                <a:latin typeface="Times New Roman"/>
                <a:cs typeface="Times New Roman"/>
              </a:rPr>
              <a:t> </a:t>
            </a:r>
            <a:r>
              <a:rPr sz="3150" dirty="0">
                <a:solidFill>
                  <a:srgbClr val="404040"/>
                </a:solidFill>
                <a:latin typeface="Times New Roman"/>
                <a:cs typeface="Times New Roman"/>
              </a:rPr>
              <a:t>not,</a:t>
            </a:r>
            <a:r>
              <a:rPr sz="3150" spc="5" dirty="0">
                <a:solidFill>
                  <a:srgbClr val="404040"/>
                </a:solidFill>
                <a:latin typeface="Times New Roman"/>
                <a:cs typeface="Times New Roman"/>
              </a:rPr>
              <a:t> then </a:t>
            </a:r>
            <a:r>
              <a:rPr sz="3150" dirty="0">
                <a:solidFill>
                  <a:srgbClr val="404040"/>
                </a:solidFill>
                <a:latin typeface="Times New Roman"/>
                <a:cs typeface="Times New Roman"/>
              </a:rPr>
              <a:t>the</a:t>
            </a:r>
            <a:r>
              <a:rPr sz="3150" spc="5" dirty="0">
                <a:solidFill>
                  <a:srgbClr val="404040"/>
                </a:solidFill>
                <a:latin typeface="Times New Roman"/>
                <a:cs typeface="Times New Roman"/>
              </a:rPr>
              <a:t> ignition</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of</a:t>
            </a:r>
            <a:r>
              <a:rPr sz="3150" dirty="0">
                <a:solidFill>
                  <a:srgbClr val="404040"/>
                </a:solidFill>
                <a:latin typeface="Times New Roman"/>
                <a:cs typeface="Times New Roman"/>
              </a:rPr>
              <a:t> the</a:t>
            </a:r>
            <a:r>
              <a:rPr sz="3150" spc="5" dirty="0">
                <a:solidFill>
                  <a:srgbClr val="404040"/>
                </a:solidFill>
                <a:latin typeface="Times New Roman"/>
                <a:cs typeface="Times New Roman"/>
              </a:rPr>
              <a:t> </a:t>
            </a:r>
            <a:r>
              <a:rPr sz="3150" spc="15" dirty="0">
                <a:solidFill>
                  <a:srgbClr val="404040"/>
                </a:solidFill>
                <a:latin typeface="Times New Roman"/>
                <a:cs typeface="Times New Roman"/>
              </a:rPr>
              <a:t>car </a:t>
            </a:r>
            <a:r>
              <a:rPr sz="3150" spc="-5" dirty="0">
                <a:solidFill>
                  <a:srgbClr val="404040"/>
                </a:solidFill>
                <a:latin typeface="Times New Roman"/>
                <a:cs typeface="Times New Roman"/>
              </a:rPr>
              <a:t>will</a:t>
            </a:r>
            <a:r>
              <a:rPr sz="3150" dirty="0">
                <a:solidFill>
                  <a:srgbClr val="404040"/>
                </a:solidFill>
                <a:latin typeface="Times New Roman"/>
                <a:cs typeface="Times New Roman"/>
              </a:rPr>
              <a:t> </a:t>
            </a:r>
            <a:r>
              <a:rPr sz="3150" spc="-5" dirty="0">
                <a:solidFill>
                  <a:srgbClr val="404040"/>
                </a:solidFill>
                <a:latin typeface="Times New Roman"/>
                <a:cs typeface="Times New Roman"/>
              </a:rPr>
              <a:t>be</a:t>
            </a:r>
            <a:r>
              <a:rPr sz="3150" dirty="0">
                <a:solidFill>
                  <a:srgbClr val="404040"/>
                </a:solidFill>
                <a:latin typeface="Times New Roman"/>
                <a:cs typeface="Times New Roman"/>
              </a:rPr>
              <a:t> </a:t>
            </a:r>
            <a:r>
              <a:rPr sz="3150" spc="5" dirty="0">
                <a:solidFill>
                  <a:srgbClr val="404040"/>
                </a:solidFill>
                <a:latin typeface="Times New Roman"/>
                <a:cs typeface="Times New Roman"/>
              </a:rPr>
              <a:t>disabled</a:t>
            </a:r>
            <a:r>
              <a:rPr sz="3150" spc="10" dirty="0">
                <a:solidFill>
                  <a:srgbClr val="404040"/>
                </a:solidFill>
                <a:latin typeface="Times New Roman"/>
                <a:cs typeface="Times New Roman"/>
              </a:rPr>
              <a:t> </a:t>
            </a:r>
            <a:r>
              <a:rPr sz="3150" spc="5" dirty="0">
                <a:solidFill>
                  <a:srgbClr val="404040"/>
                </a:solidFill>
                <a:latin typeface="Times New Roman"/>
                <a:cs typeface="Times New Roman"/>
              </a:rPr>
              <a:t>automatically  </a:t>
            </a:r>
            <a:r>
              <a:rPr sz="3150" spc="-5" dirty="0">
                <a:solidFill>
                  <a:srgbClr val="404040"/>
                </a:solidFill>
                <a:latin typeface="Times New Roman"/>
                <a:cs typeface="Times New Roman"/>
              </a:rPr>
              <a:t>by</a:t>
            </a:r>
            <a:r>
              <a:rPr sz="3150" spc="775" dirty="0">
                <a:solidFill>
                  <a:srgbClr val="404040"/>
                </a:solidFill>
                <a:latin typeface="Times New Roman"/>
                <a:cs typeface="Times New Roman"/>
              </a:rPr>
              <a:t> </a:t>
            </a:r>
            <a:r>
              <a:rPr sz="3150" dirty="0">
                <a:solidFill>
                  <a:srgbClr val="404040"/>
                </a:solidFill>
                <a:latin typeface="Times New Roman"/>
                <a:cs typeface="Times New Roman"/>
              </a:rPr>
              <a:t>the </a:t>
            </a:r>
            <a:r>
              <a:rPr sz="3150" spc="-775" dirty="0">
                <a:solidFill>
                  <a:srgbClr val="404040"/>
                </a:solidFill>
                <a:latin typeface="Times New Roman"/>
                <a:cs typeface="Times New Roman"/>
              </a:rPr>
              <a:t> </a:t>
            </a:r>
            <a:r>
              <a:rPr sz="3150" spc="10" dirty="0">
                <a:solidFill>
                  <a:srgbClr val="404040"/>
                </a:solidFill>
                <a:latin typeface="Times New Roman"/>
                <a:cs typeface="Times New Roman"/>
              </a:rPr>
              <a:t>device</a:t>
            </a:r>
            <a:r>
              <a:rPr sz="3150" spc="5" dirty="0">
                <a:solidFill>
                  <a:srgbClr val="404040"/>
                </a:solidFill>
                <a:latin typeface="Times New Roman"/>
                <a:cs typeface="Times New Roman"/>
              </a:rPr>
              <a:t> and </a:t>
            </a:r>
            <a:r>
              <a:rPr sz="3150" spc="10" dirty="0">
                <a:solidFill>
                  <a:srgbClr val="404040"/>
                </a:solidFill>
                <a:latin typeface="Times New Roman"/>
                <a:cs typeface="Times New Roman"/>
              </a:rPr>
              <a:t>alerts</a:t>
            </a:r>
            <a:r>
              <a:rPr sz="3150" spc="-10" dirty="0">
                <a:solidFill>
                  <a:srgbClr val="404040"/>
                </a:solidFill>
                <a:latin typeface="Times New Roman"/>
                <a:cs typeface="Times New Roman"/>
              </a:rPr>
              <a:t> </a:t>
            </a:r>
            <a:r>
              <a:rPr sz="3150" spc="10" dirty="0">
                <a:solidFill>
                  <a:srgbClr val="404040"/>
                </a:solidFill>
                <a:latin typeface="Times New Roman"/>
                <a:cs typeface="Times New Roman"/>
              </a:rPr>
              <a:t>to</a:t>
            </a:r>
            <a:r>
              <a:rPr sz="3150" spc="5" dirty="0">
                <a:solidFill>
                  <a:srgbClr val="404040"/>
                </a:solidFill>
                <a:latin typeface="Times New Roman"/>
                <a:cs typeface="Times New Roman"/>
              </a:rPr>
              <a:t> </a:t>
            </a:r>
            <a:r>
              <a:rPr sz="3150" spc="-5" dirty="0">
                <a:solidFill>
                  <a:srgbClr val="404040"/>
                </a:solidFill>
                <a:latin typeface="Times New Roman"/>
                <a:cs typeface="Times New Roman"/>
              </a:rPr>
              <a:t>not</a:t>
            </a:r>
            <a:r>
              <a:rPr sz="3150" spc="35" dirty="0">
                <a:solidFill>
                  <a:srgbClr val="404040"/>
                </a:solidFill>
                <a:latin typeface="Times New Roman"/>
                <a:cs typeface="Times New Roman"/>
              </a:rPr>
              <a:t> </a:t>
            </a:r>
            <a:r>
              <a:rPr sz="3150" spc="5" dirty="0">
                <a:solidFill>
                  <a:srgbClr val="404040"/>
                </a:solidFill>
                <a:latin typeface="Times New Roman"/>
                <a:cs typeface="Times New Roman"/>
              </a:rPr>
              <a:t>drive</a:t>
            </a:r>
            <a:r>
              <a:rPr sz="3150" spc="50" dirty="0">
                <a:solidFill>
                  <a:srgbClr val="404040"/>
                </a:solidFill>
                <a:latin typeface="Times New Roman"/>
                <a:cs typeface="Times New Roman"/>
              </a:rPr>
              <a:t> </a:t>
            </a:r>
            <a:r>
              <a:rPr sz="3150" dirty="0">
                <a:solidFill>
                  <a:srgbClr val="404040"/>
                </a:solidFill>
                <a:latin typeface="Times New Roman"/>
                <a:cs typeface="Times New Roman"/>
              </a:rPr>
              <a:t>while</a:t>
            </a:r>
            <a:r>
              <a:rPr sz="3150" spc="35" dirty="0">
                <a:solidFill>
                  <a:srgbClr val="404040"/>
                </a:solidFill>
                <a:latin typeface="Times New Roman"/>
                <a:cs typeface="Times New Roman"/>
              </a:rPr>
              <a:t> </a:t>
            </a:r>
            <a:r>
              <a:rPr sz="3150" spc="5" dirty="0">
                <a:solidFill>
                  <a:srgbClr val="404040"/>
                </a:solidFill>
                <a:latin typeface="Times New Roman"/>
                <a:cs typeface="Times New Roman"/>
              </a:rPr>
              <a:t>drinking</a:t>
            </a:r>
            <a:r>
              <a:rPr sz="3150" spc="20" dirty="0">
                <a:solidFill>
                  <a:srgbClr val="404040"/>
                </a:solidFill>
                <a:latin typeface="Times New Roman"/>
                <a:cs typeface="Times New Roman"/>
              </a:rPr>
              <a:t> </a:t>
            </a:r>
            <a:r>
              <a:rPr sz="3150" dirty="0">
                <a:solidFill>
                  <a:srgbClr val="404040"/>
                </a:solidFill>
                <a:latin typeface="Times New Roman"/>
                <a:cs typeface="Times New Roman"/>
              </a:rPr>
              <a:t>.</a:t>
            </a:r>
            <a:endParaRPr sz="3150">
              <a:latin typeface="Times New Roman"/>
              <a:cs typeface="Times New Roman"/>
            </a:endParaRPr>
          </a:p>
        </p:txBody>
      </p:sp>
      <p:sp>
        <p:nvSpPr>
          <p:cNvPr id="3" name="object 3"/>
          <p:cNvSpPr txBox="1">
            <a:spLocks noGrp="1"/>
          </p:cNvSpPr>
          <p:nvPr>
            <p:ph type="title"/>
          </p:nvPr>
        </p:nvSpPr>
        <p:spPr>
          <a:xfrm>
            <a:off x="1569974" y="1524888"/>
            <a:ext cx="2923540" cy="849630"/>
          </a:xfrm>
          <a:prstGeom prst="rect">
            <a:avLst/>
          </a:prstGeom>
        </p:spPr>
        <p:txBody>
          <a:bodyPr vert="horz" wrap="square" lIns="0" tIns="13335" rIns="0" bIns="0" rtlCol="0">
            <a:spAutoFit/>
          </a:bodyPr>
          <a:lstStyle/>
          <a:p>
            <a:pPr marL="12700">
              <a:lnSpc>
                <a:spcPct val="100000"/>
              </a:lnSpc>
              <a:spcBef>
                <a:spcPts val="105"/>
              </a:spcBef>
            </a:pPr>
            <a:r>
              <a:rPr dirty="0">
                <a:solidFill>
                  <a:srgbClr val="000000"/>
                </a:solidFill>
              </a:rPr>
              <a:t>Summary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06194" y="3080448"/>
            <a:ext cx="11311890" cy="4502785"/>
          </a:xfrm>
          <a:prstGeom prst="rect">
            <a:avLst/>
          </a:prstGeom>
        </p:spPr>
        <p:txBody>
          <a:bodyPr vert="horz" wrap="square" lIns="0" tIns="12700" rIns="0" bIns="0" rtlCol="0">
            <a:spAutoFit/>
          </a:bodyPr>
          <a:lstStyle/>
          <a:p>
            <a:pPr marL="302895" indent="-290830">
              <a:lnSpc>
                <a:spcPts val="4075"/>
              </a:lnSpc>
              <a:spcBef>
                <a:spcPts val="100"/>
              </a:spcBef>
              <a:buClr>
                <a:srgbClr val="404040"/>
              </a:buClr>
              <a:buFont typeface="Arial MT"/>
              <a:buChar char="•"/>
              <a:tabLst>
                <a:tab pos="303530" algn="l"/>
              </a:tabLst>
            </a:pPr>
            <a:r>
              <a:rPr sz="3600" spc="-5" dirty="0">
                <a:solidFill>
                  <a:srgbClr val="404040"/>
                </a:solidFill>
                <a:latin typeface="Times New Roman"/>
                <a:cs typeface="Times New Roman"/>
              </a:rPr>
              <a:t>Introduction</a:t>
            </a:r>
            <a:r>
              <a:rPr sz="3600" spc="-60" dirty="0">
                <a:solidFill>
                  <a:srgbClr val="404040"/>
                </a:solidFill>
                <a:latin typeface="Times New Roman"/>
                <a:cs typeface="Times New Roman"/>
              </a:rPr>
              <a:t> </a:t>
            </a:r>
            <a:r>
              <a:rPr sz="3600" spc="-5" dirty="0">
                <a:solidFill>
                  <a:srgbClr val="404040"/>
                </a:solidFill>
                <a:latin typeface="Times New Roman"/>
                <a:cs typeface="Times New Roman"/>
              </a:rPr>
              <a:t>of</a:t>
            </a:r>
            <a:r>
              <a:rPr sz="3600" spc="-25" dirty="0">
                <a:solidFill>
                  <a:srgbClr val="404040"/>
                </a:solidFill>
                <a:latin typeface="Times New Roman"/>
                <a:cs typeface="Times New Roman"/>
              </a:rPr>
              <a:t> </a:t>
            </a:r>
            <a:r>
              <a:rPr sz="3600" spc="15" dirty="0">
                <a:solidFill>
                  <a:srgbClr val="404040"/>
                </a:solidFill>
                <a:latin typeface="Times New Roman"/>
                <a:cs typeface="Times New Roman"/>
              </a:rPr>
              <a:t>the</a:t>
            </a:r>
            <a:r>
              <a:rPr sz="3600" spc="-85" dirty="0">
                <a:solidFill>
                  <a:srgbClr val="404040"/>
                </a:solidFill>
                <a:latin typeface="Times New Roman"/>
                <a:cs typeface="Times New Roman"/>
              </a:rPr>
              <a:t> </a:t>
            </a:r>
            <a:r>
              <a:rPr sz="3600" spc="-5" dirty="0">
                <a:solidFill>
                  <a:srgbClr val="404040"/>
                </a:solidFill>
                <a:latin typeface="Times New Roman"/>
                <a:cs typeface="Times New Roman"/>
              </a:rPr>
              <a:t>project,</a:t>
            </a:r>
            <a:endParaRPr sz="3600">
              <a:latin typeface="Times New Roman"/>
              <a:cs typeface="Times New Roman"/>
            </a:endParaRPr>
          </a:p>
          <a:p>
            <a:pPr marL="302895" indent="-290830">
              <a:lnSpc>
                <a:spcPts val="3825"/>
              </a:lnSpc>
              <a:buFont typeface="Arial MT"/>
              <a:buChar char="•"/>
              <a:tabLst>
                <a:tab pos="303530" algn="l"/>
              </a:tabLst>
            </a:pPr>
            <a:r>
              <a:rPr sz="3600" dirty="0">
                <a:solidFill>
                  <a:srgbClr val="404040"/>
                </a:solidFill>
                <a:latin typeface="Times New Roman"/>
                <a:cs typeface="Times New Roman"/>
              </a:rPr>
              <a:t>Objectives</a:t>
            </a:r>
            <a:endParaRPr sz="3600">
              <a:latin typeface="Times New Roman"/>
              <a:cs typeface="Times New Roman"/>
            </a:endParaRPr>
          </a:p>
          <a:p>
            <a:pPr marL="302895" indent="-290830">
              <a:lnSpc>
                <a:spcPts val="3790"/>
              </a:lnSpc>
              <a:buFont typeface="Arial MT"/>
              <a:buChar char="•"/>
              <a:tabLst>
                <a:tab pos="303530" algn="l"/>
              </a:tabLst>
            </a:pPr>
            <a:r>
              <a:rPr sz="3600" dirty="0">
                <a:solidFill>
                  <a:srgbClr val="404040"/>
                </a:solidFill>
                <a:latin typeface="Times New Roman"/>
                <a:cs typeface="Times New Roman"/>
              </a:rPr>
              <a:t>Component</a:t>
            </a:r>
            <a:r>
              <a:rPr sz="3600" spc="-90" dirty="0">
                <a:solidFill>
                  <a:srgbClr val="404040"/>
                </a:solidFill>
                <a:latin typeface="Times New Roman"/>
                <a:cs typeface="Times New Roman"/>
              </a:rPr>
              <a:t> </a:t>
            </a:r>
            <a:r>
              <a:rPr sz="3600" spc="-5" dirty="0">
                <a:solidFill>
                  <a:srgbClr val="404040"/>
                </a:solidFill>
                <a:latin typeface="Times New Roman"/>
                <a:cs typeface="Times New Roman"/>
              </a:rPr>
              <a:t>Illustration</a:t>
            </a:r>
            <a:endParaRPr sz="3600">
              <a:latin typeface="Times New Roman"/>
              <a:cs typeface="Times New Roman"/>
            </a:endParaRPr>
          </a:p>
          <a:p>
            <a:pPr marL="302895" indent="-290830">
              <a:lnSpc>
                <a:spcPts val="3790"/>
              </a:lnSpc>
              <a:buFont typeface="Arial MT"/>
              <a:buChar char="•"/>
              <a:tabLst>
                <a:tab pos="303530" algn="l"/>
              </a:tabLst>
            </a:pPr>
            <a:r>
              <a:rPr sz="3600" spc="-10" dirty="0">
                <a:solidFill>
                  <a:srgbClr val="404040"/>
                </a:solidFill>
                <a:latin typeface="Times New Roman"/>
                <a:cs typeface="Times New Roman"/>
              </a:rPr>
              <a:t>The</a:t>
            </a:r>
            <a:r>
              <a:rPr sz="3600" spc="40" dirty="0">
                <a:solidFill>
                  <a:srgbClr val="404040"/>
                </a:solidFill>
                <a:latin typeface="Times New Roman"/>
                <a:cs typeface="Times New Roman"/>
              </a:rPr>
              <a:t> </a:t>
            </a:r>
            <a:r>
              <a:rPr sz="3600" spc="-5" dirty="0">
                <a:solidFill>
                  <a:srgbClr val="404040"/>
                </a:solidFill>
                <a:latin typeface="Times New Roman"/>
                <a:cs typeface="Times New Roman"/>
              </a:rPr>
              <a:t>description</a:t>
            </a:r>
            <a:r>
              <a:rPr sz="3600" spc="-10" dirty="0">
                <a:solidFill>
                  <a:srgbClr val="404040"/>
                </a:solidFill>
                <a:latin typeface="Times New Roman"/>
                <a:cs typeface="Times New Roman"/>
              </a:rPr>
              <a:t> </a:t>
            </a:r>
            <a:r>
              <a:rPr sz="3600" spc="-5" dirty="0">
                <a:solidFill>
                  <a:srgbClr val="404040"/>
                </a:solidFill>
                <a:latin typeface="Times New Roman"/>
                <a:cs typeface="Times New Roman"/>
              </a:rPr>
              <a:t>of</a:t>
            </a:r>
            <a:r>
              <a:rPr sz="3600" spc="5" dirty="0">
                <a:solidFill>
                  <a:srgbClr val="404040"/>
                </a:solidFill>
                <a:latin typeface="Times New Roman"/>
                <a:cs typeface="Times New Roman"/>
              </a:rPr>
              <a:t> </a:t>
            </a:r>
            <a:r>
              <a:rPr sz="3600" spc="-10" dirty="0">
                <a:solidFill>
                  <a:srgbClr val="404040"/>
                </a:solidFill>
                <a:latin typeface="Times New Roman"/>
                <a:cs typeface="Times New Roman"/>
              </a:rPr>
              <a:t>the</a:t>
            </a:r>
            <a:r>
              <a:rPr sz="3600" spc="30" dirty="0">
                <a:solidFill>
                  <a:srgbClr val="404040"/>
                </a:solidFill>
                <a:latin typeface="Times New Roman"/>
                <a:cs typeface="Times New Roman"/>
              </a:rPr>
              <a:t> </a:t>
            </a:r>
            <a:r>
              <a:rPr sz="3600" spc="-15" dirty="0">
                <a:solidFill>
                  <a:srgbClr val="404040"/>
                </a:solidFill>
                <a:latin typeface="Times New Roman"/>
                <a:cs typeface="Times New Roman"/>
              </a:rPr>
              <a:t>electrical</a:t>
            </a:r>
            <a:r>
              <a:rPr sz="3600" spc="60" dirty="0">
                <a:solidFill>
                  <a:srgbClr val="404040"/>
                </a:solidFill>
                <a:latin typeface="Times New Roman"/>
                <a:cs typeface="Times New Roman"/>
              </a:rPr>
              <a:t> </a:t>
            </a:r>
            <a:r>
              <a:rPr sz="3600" spc="-10" dirty="0">
                <a:solidFill>
                  <a:srgbClr val="404040"/>
                </a:solidFill>
                <a:latin typeface="Times New Roman"/>
                <a:cs typeface="Times New Roman"/>
              </a:rPr>
              <a:t>parts </a:t>
            </a:r>
            <a:r>
              <a:rPr sz="3600" spc="-5" dirty="0">
                <a:solidFill>
                  <a:srgbClr val="404040"/>
                </a:solidFill>
                <a:latin typeface="Times New Roman"/>
                <a:cs typeface="Times New Roman"/>
              </a:rPr>
              <a:t>used</a:t>
            </a:r>
            <a:r>
              <a:rPr sz="3600" spc="-10" dirty="0">
                <a:solidFill>
                  <a:srgbClr val="404040"/>
                </a:solidFill>
                <a:latin typeface="Times New Roman"/>
                <a:cs typeface="Times New Roman"/>
              </a:rPr>
              <a:t> </a:t>
            </a:r>
            <a:r>
              <a:rPr sz="3600" spc="-15" dirty="0">
                <a:solidFill>
                  <a:srgbClr val="404040"/>
                </a:solidFill>
                <a:latin typeface="Times New Roman"/>
                <a:cs typeface="Times New Roman"/>
              </a:rPr>
              <a:t>in</a:t>
            </a:r>
            <a:r>
              <a:rPr sz="3600" spc="-10" dirty="0">
                <a:solidFill>
                  <a:srgbClr val="404040"/>
                </a:solidFill>
                <a:latin typeface="Times New Roman"/>
                <a:cs typeface="Times New Roman"/>
              </a:rPr>
              <a:t> </a:t>
            </a:r>
            <a:r>
              <a:rPr sz="3600" spc="15" dirty="0">
                <a:solidFill>
                  <a:srgbClr val="404040"/>
                </a:solidFill>
                <a:latin typeface="Times New Roman"/>
                <a:cs typeface="Times New Roman"/>
              </a:rPr>
              <a:t>the</a:t>
            </a:r>
            <a:r>
              <a:rPr sz="3600" spc="-30" dirty="0">
                <a:solidFill>
                  <a:srgbClr val="404040"/>
                </a:solidFill>
                <a:latin typeface="Times New Roman"/>
                <a:cs typeface="Times New Roman"/>
              </a:rPr>
              <a:t> </a:t>
            </a:r>
            <a:r>
              <a:rPr sz="3600" dirty="0">
                <a:solidFill>
                  <a:srgbClr val="404040"/>
                </a:solidFill>
                <a:latin typeface="Times New Roman"/>
                <a:cs typeface="Times New Roman"/>
              </a:rPr>
              <a:t>project</a:t>
            </a:r>
            <a:endParaRPr sz="3600">
              <a:latin typeface="Times New Roman"/>
              <a:cs typeface="Times New Roman"/>
            </a:endParaRPr>
          </a:p>
          <a:p>
            <a:pPr marL="302895" indent="-290830">
              <a:lnSpc>
                <a:spcPts val="4015"/>
              </a:lnSpc>
              <a:buFont typeface="Arial MT"/>
              <a:buChar char="•"/>
              <a:tabLst>
                <a:tab pos="303530" algn="l"/>
              </a:tabLst>
            </a:pPr>
            <a:r>
              <a:rPr sz="3600" spc="-5" dirty="0">
                <a:solidFill>
                  <a:srgbClr val="404040"/>
                </a:solidFill>
                <a:latin typeface="Times New Roman"/>
                <a:cs typeface="Times New Roman"/>
              </a:rPr>
              <a:t>Alcohol</a:t>
            </a:r>
            <a:r>
              <a:rPr sz="3600" spc="30" dirty="0">
                <a:solidFill>
                  <a:srgbClr val="404040"/>
                </a:solidFill>
                <a:latin typeface="Times New Roman"/>
                <a:cs typeface="Times New Roman"/>
              </a:rPr>
              <a:t> </a:t>
            </a:r>
            <a:r>
              <a:rPr sz="3600" spc="-10" dirty="0">
                <a:solidFill>
                  <a:srgbClr val="404040"/>
                </a:solidFill>
                <a:latin typeface="Times New Roman"/>
                <a:cs typeface="Times New Roman"/>
              </a:rPr>
              <a:t>Detection</a:t>
            </a:r>
            <a:r>
              <a:rPr sz="3600" spc="-40" dirty="0">
                <a:solidFill>
                  <a:srgbClr val="404040"/>
                </a:solidFill>
                <a:latin typeface="Times New Roman"/>
                <a:cs typeface="Times New Roman"/>
              </a:rPr>
              <a:t> </a:t>
            </a:r>
            <a:r>
              <a:rPr sz="3600" spc="15" dirty="0">
                <a:solidFill>
                  <a:srgbClr val="404040"/>
                </a:solidFill>
                <a:latin typeface="Times New Roman"/>
                <a:cs typeface="Times New Roman"/>
              </a:rPr>
              <a:t>and</a:t>
            </a:r>
            <a:r>
              <a:rPr sz="3600" spc="-445" dirty="0">
                <a:solidFill>
                  <a:srgbClr val="404040"/>
                </a:solidFill>
                <a:latin typeface="Times New Roman"/>
                <a:cs typeface="Times New Roman"/>
              </a:rPr>
              <a:t> </a:t>
            </a:r>
            <a:r>
              <a:rPr sz="3600" spc="-10" dirty="0">
                <a:solidFill>
                  <a:srgbClr val="404040"/>
                </a:solidFill>
                <a:latin typeface="Times New Roman"/>
                <a:cs typeface="Times New Roman"/>
              </a:rPr>
              <a:t>Alert</a:t>
            </a:r>
            <a:r>
              <a:rPr sz="3600" spc="30" dirty="0">
                <a:solidFill>
                  <a:srgbClr val="404040"/>
                </a:solidFill>
                <a:latin typeface="Times New Roman"/>
                <a:cs typeface="Times New Roman"/>
              </a:rPr>
              <a:t> </a:t>
            </a:r>
            <a:r>
              <a:rPr sz="3600" spc="-5" dirty="0">
                <a:solidFill>
                  <a:srgbClr val="404040"/>
                </a:solidFill>
                <a:latin typeface="Times New Roman"/>
                <a:cs typeface="Times New Roman"/>
              </a:rPr>
              <a:t>System</a:t>
            </a:r>
            <a:r>
              <a:rPr sz="3600" spc="-50" dirty="0">
                <a:solidFill>
                  <a:srgbClr val="404040"/>
                </a:solidFill>
                <a:latin typeface="Times New Roman"/>
                <a:cs typeface="Times New Roman"/>
              </a:rPr>
              <a:t> </a:t>
            </a:r>
            <a:r>
              <a:rPr sz="3600" spc="-5" dirty="0">
                <a:solidFill>
                  <a:srgbClr val="404040"/>
                </a:solidFill>
                <a:latin typeface="Times New Roman"/>
                <a:cs typeface="Times New Roman"/>
              </a:rPr>
              <a:t>Design</a:t>
            </a:r>
            <a:endParaRPr sz="3600">
              <a:latin typeface="Times New Roman"/>
              <a:cs typeface="Times New Roman"/>
            </a:endParaRPr>
          </a:p>
          <a:p>
            <a:pPr marL="302895" marR="5080" indent="-290830">
              <a:lnSpc>
                <a:spcPts val="3829"/>
              </a:lnSpc>
              <a:spcBef>
                <a:spcPts val="480"/>
              </a:spcBef>
              <a:buFont typeface="Arial MT"/>
              <a:buChar char="•"/>
              <a:tabLst>
                <a:tab pos="303530" algn="l"/>
              </a:tabLst>
            </a:pPr>
            <a:r>
              <a:rPr sz="3600" spc="-10" dirty="0">
                <a:solidFill>
                  <a:srgbClr val="404040"/>
                </a:solidFill>
                <a:latin typeface="Times New Roman"/>
                <a:cs typeface="Times New Roman"/>
              </a:rPr>
              <a:t>Implementation</a:t>
            </a:r>
            <a:r>
              <a:rPr sz="3600" spc="35" dirty="0">
                <a:solidFill>
                  <a:srgbClr val="404040"/>
                </a:solidFill>
                <a:latin typeface="Times New Roman"/>
                <a:cs typeface="Times New Roman"/>
              </a:rPr>
              <a:t> </a:t>
            </a:r>
            <a:r>
              <a:rPr sz="3600" spc="-5" dirty="0">
                <a:solidFill>
                  <a:srgbClr val="404040"/>
                </a:solidFill>
                <a:latin typeface="Times New Roman"/>
                <a:cs typeface="Times New Roman"/>
              </a:rPr>
              <a:t>of</a:t>
            </a:r>
            <a:r>
              <a:rPr sz="3600" spc="10" dirty="0">
                <a:solidFill>
                  <a:srgbClr val="404040"/>
                </a:solidFill>
                <a:latin typeface="Times New Roman"/>
                <a:cs typeface="Times New Roman"/>
              </a:rPr>
              <a:t> </a:t>
            </a:r>
            <a:r>
              <a:rPr sz="3600" spc="-10" dirty="0">
                <a:solidFill>
                  <a:srgbClr val="404040"/>
                </a:solidFill>
                <a:latin typeface="Times New Roman"/>
                <a:cs typeface="Times New Roman"/>
              </a:rPr>
              <a:t>the</a:t>
            </a:r>
            <a:r>
              <a:rPr sz="3600" spc="40" dirty="0">
                <a:solidFill>
                  <a:srgbClr val="404040"/>
                </a:solidFill>
                <a:latin typeface="Times New Roman"/>
                <a:cs typeface="Times New Roman"/>
              </a:rPr>
              <a:t> </a:t>
            </a:r>
            <a:r>
              <a:rPr sz="3600" spc="-5" dirty="0">
                <a:solidFill>
                  <a:srgbClr val="404040"/>
                </a:solidFill>
                <a:latin typeface="Times New Roman"/>
                <a:cs typeface="Times New Roman"/>
              </a:rPr>
              <a:t>working</a:t>
            </a:r>
            <a:r>
              <a:rPr sz="3600" spc="-15" dirty="0">
                <a:solidFill>
                  <a:srgbClr val="404040"/>
                </a:solidFill>
                <a:latin typeface="Times New Roman"/>
                <a:cs typeface="Times New Roman"/>
              </a:rPr>
              <a:t> </a:t>
            </a:r>
            <a:r>
              <a:rPr sz="3600" spc="-5" dirty="0">
                <a:solidFill>
                  <a:srgbClr val="404040"/>
                </a:solidFill>
                <a:latin typeface="Times New Roman"/>
                <a:cs typeface="Times New Roman"/>
              </a:rPr>
              <a:t>design,</a:t>
            </a:r>
            <a:r>
              <a:rPr sz="3600" spc="-30" dirty="0">
                <a:solidFill>
                  <a:srgbClr val="404040"/>
                </a:solidFill>
                <a:latin typeface="Times New Roman"/>
                <a:cs typeface="Times New Roman"/>
              </a:rPr>
              <a:t> </a:t>
            </a:r>
            <a:r>
              <a:rPr sz="3600" spc="-5" dirty="0">
                <a:solidFill>
                  <a:srgbClr val="404040"/>
                </a:solidFill>
                <a:latin typeface="Times New Roman"/>
                <a:cs typeface="Times New Roman"/>
              </a:rPr>
              <a:t>operation, </a:t>
            </a:r>
            <a:r>
              <a:rPr sz="3600" dirty="0">
                <a:solidFill>
                  <a:srgbClr val="404040"/>
                </a:solidFill>
                <a:latin typeface="Times New Roman"/>
                <a:cs typeface="Times New Roman"/>
              </a:rPr>
              <a:t>hardware, </a:t>
            </a:r>
            <a:r>
              <a:rPr sz="3600" spc="-885" dirty="0">
                <a:solidFill>
                  <a:srgbClr val="404040"/>
                </a:solidFill>
                <a:latin typeface="Times New Roman"/>
                <a:cs typeface="Times New Roman"/>
              </a:rPr>
              <a:t> </a:t>
            </a:r>
            <a:r>
              <a:rPr sz="3600" spc="-5" dirty="0">
                <a:solidFill>
                  <a:srgbClr val="404040"/>
                </a:solidFill>
                <a:latin typeface="Times New Roman"/>
                <a:cs typeface="Times New Roman"/>
              </a:rPr>
              <a:t>operating </a:t>
            </a:r>
            <a:r>
              <a:rPr sz="3600" spc="-10" dirty="0">
                <a:solidFill>
                  <a:srgbClr val="404040"/>
                </a:solidFill>
                <a:latin typeface="Times New Roman"/>
                <a:cs typeface="Times New Roman"/>
              </a:rPr>
              <a:t>scenarios.</a:t>
            </a:r>
            <a:endParaRPr sz="3600">
              <a:latin typeface="Times New Roman"/>
              <a:cs typeface="Times New Roman"/>
            </a:endParaRPr>
          </a:p>
          <a:p>
            <a:pPr marL="302895" indent="-290830">
              <a:lnSpc>
                <a:spcPts val="3425"/>
              </a:lnSpc>
              <a:buFont typeface="Arial MT"/>
              <a:buChar char="•"/>
              <a:tabLst>
                <a:tab pos="303530" algn="l"/>
              </a:tabLst>
            </a:pPr>
            <a:r>
              <a:rPr sz="3600" spc="-5" dirty="0">
                <a:solidFill>
                  <a:srgbClr val="404040"/>
                </a:solidFill>
                <a:latin typeface="Times New Roman"/>
                <a:cs typeface="Times New Roman"/>
              </a:rPr>
              <a:t>Software</a:t>
            </a:r>
            <a:r>
              <a:rPr sz="3600" spc="-100" dirty="0">
                <a:solidFill>
                  <a:srgbClr val="404040"/>
                </a:solidFill>
                <a:latin typeface="Times New Roman"/>
                <a:cs typeface="Times New Roman"/>
              </a:rPr>
              <a:t> </a:t>
            </a:r>
            <a:r>
              <a:rPr sz="3600" spc="-5" dirty="0">
                <a:solidFill>
                  <a:srgbClr val="404040"/>
                </a:solidFill>
                <a:latin typeface="Times New Roman"/>
                <a:cs typeface="Times New Roman"/>
              </a:rPr>
              <a:t>Design</a:t>
            </a:r>
            <a:endParaRPr sz="3600">
              <a:latin typeface="Times New Roman"/>
              <a:cs typeface="Times New Roman"/>
            </a:endParaRPr>
          </a:p>
          <a:p>
            <a:pPr marL="302895" indent="-290830">
              <a:lnSpc>
                <a:spcPts val="4185"/>
              </a:lnSpc>
              <a:buFont typeface="Arial MT"/>
              <a:buChar char="•"/>
              <a:tabLst>
                <a:tab pos="303530" algn="l"/>
              </a:tabLst>
            </a:pPr>
            <a:r>
              <a:rPr sz="3600" dirty="0">
                <a:solidFill>
                  <a:srgbClr val="404040"/>
                </a:solidFill>
                <a:latin typeface="Times New Roman"/>
                <a:cs typeface="Times New Roman"/>
              </a:rPr>
              <a:t>Conclusion</a:t>
            </a:r>
            <a:endParaRPr sz="3600">
              <a:latin typeface="Times New Roman"/>
              <a:cs typeface="Times New Roman"/>
            </a:endParaRPr>
          </a:p>
        </p:txBody>
      </p:sp>
      <p:sp>
        <p:nvSpPr>
          <p:cNvPr id="3" name="object 3"/>
          <p:cNvSpPr txBox="1">
            <a:spLocks noGrp="1"/>
          </p:cNvSpPr>
          <p:nvPr>
            <p:ph type="title"/>
          </p:nvPr>
        </p:nvSpPr>
        <p:spPr>
          <a:xfrm>
            <a:off x="1216660" y="1991931"/>
            <a:ext cx="2077085" cy="1032510"/>
          </a:xfrm>
          <a:prstGeom prst="rect">
            <a:avLst/>
          </a:prstGeom>
        </p:spPr>
        <p:txBody>
          <a:bodyPr vert="horz" wrap="square" lIns="0" tIns="13335" rIns="0" bIns="0" rtlCol="0">
            <a:spAutoFit/>
          </a:bodyPr>
          <a:lstStyle/>
          <a:p>
            <a:pPr marL="12700">
              <a:lnSpc>
                <a:spcPct val="100000"/>
              </a:lnSpc>
              <a:spcBef>
                <a:spcPts val="105"/>
              </a:spcBef>
            </a:pPr>
            <a:r>
              <a:rPr sz="6600" dirty="0">
                <a:solidFill>
                  <a:srgbClr val="000000"/>
                </a:solidFill>
              </a:rPr>
              <a:t>Index</a:t>
            </a:r>
            <a:endParaRPr sz="6600"/>
          </a:p>
        </p:txBody>
      </p:sp>
      <p:sp>
        <p:nvSpPr>
          <p:cNvPr id="4" name="object 4"/>
          <p:cNvSpPr/>
          <p:nvPr/>
        </p:nvSpPr>
        <p:spPr>
          <a:xfrm>
            <a:off x="15487650" y="6800850"/>
            <a:ext cx="1524000" cy="1943100"/>
          </a:xfrm>
          <a:custGeom>
            <a:avLst/>
            <a:gdLst/>
            <a:ahLst/>
            <a:cxnLst/>
            <a:rect l="l" t="t" r="r" b="b"/>
            <a:pathLst>
              <a:path w="1524000" h="1943100">
                <a:moveTo>
                  <a:pt x="995426" y="1359281"/>
                </a:moveTo>
                <a:lnTo>
                  <a:pt x="892683" y="1305179"/>
                </a:lnTo>
                <a:lnTo>
                  <a:pt x="885190" y="1279779"/>
                </a:lnTo>
                <a:lnTo>
                  <a:pt x="876554" y="1255268"/>
                </a:lnTo>
                <a:lnTo>
                  <a:pt x="866648" y="1231646"/>
                </a:lnTo>
                <a:lnTo>
                  <a:pt x="855218" y="1209040"/>
                </a:lnTo>
                <a:lnTo>
                  <a:pt x="892683" y="1093343"/>
                </a:lnTo>
                <a:lnTo>
                  <a:pt x="845947" y="1044067"/>
                </a:lnTo>
                <a:lnTo>
                  <a:pt x="808482" y="1004697"/>
                </a:lnTo>
                <a:lnTo>
                  <a:pt x="698754" y="1044067"/>
                </a:lnTo>
                <a:lnTo>
                  <a:pt x="676910" y="1032002"/>
                </a:lnTo>
                <a:lnTo>
                  <a:pt x="672973" y="1030224"/>
                </a:lnTo>
                <a:lnTo>
                  <a:pt x="672973" y="1420876"/>
                </a:lnTo>
                <a:lnTo>
                  <a:pt x="666877" y="1469644"/>
                </a:lnTo>
                <a:lnTo>
                  <a:pt x="649351" y="1513586"/>
                </a:lnTo>
                <a:lnTo>
                  <a:pt x="622173" y="1551051"/>
                </a:lnTo>
                <a:lnTo>
                  <a:pt x="586740" y="1580134"/>
                </a:lnTo>
                <a:lnTo>
                  <a:pt x="544830" y="1598930"/>
                </a:lnTo>
                <a:lnTo>
                  <a:pt x="497713" y="1605534"/>
                </a:lnTo>
                <a:lnTo>
                  <a:pt x="450723" y="1598930"/>
                </a:lnTo>
                <a:lnTo>
                  <a:pt x="408686" y="1580134"/>
                </a:lnTo>
                <a:lnTo>
                  <a:pt x="373253" y="1551051"/>
                </a:lnTo>
                <a:lnTo>
                  <a:pt x="346075" y="1513586"/>
                </a:lnTo>
                <a:lnTo>
                  <a:pt x="328676" y="1469644"/>
                </a:lnTo>
                <a:lnTo>
                  <a:pt x="322453" y="1420876"/>
                </a:lnTo>
                <a:lnTo>
                  <a:pt x="328803" y="1371219"/>
                </a:lnTo>
                <a:lnTo>
                  <a:pt x="346583" y="1327023"/>
                </a:lnTo>
                <a:lnTo>
                  <a:pt x="374142" y="1289685"/>
                </a:lnTo>
                <a:lnTo>
                  <a:pt x="409702" y="1261110"/>
                </a:lnTo>
                <a:lnTo>
                  <a:pt x="451485" y="1242695"/>
                </a:lnTo>
                <a:lnTo>
                  <a:pt x="497713" y="1236218"/>
                </a:lnTo>
                <a:lnTo>
                  <a:pt x="544830" y="1242822"/>
                </a:lnTo>
                <a:lnTo>
                  <a:pt x="586740" y="1261618"/>
                </a:lnTo>
                <a:lnTo>
                  <a:pt x="622173" y="1290701"/>
                </a:lnTo>
                <a:lnTo>
                  <a:pt x="649351" y="1328039"/>
                </a:lnTo>
                <a:lnTo>
                  <a:pt x="666877" y="1372108"/>
                </a:lnTo>
                <a:lnTo>
                  <a:pt x="672973" y="1420876"/>
                </a:lnTo>
                <a:lnTo>
                  <a:pt x="672973" y="1030224"/>
                </a:lnTo>
                <a:lnTo>
                  <a:pt x="654050" y="1021588"/>
                </a:lnTo>
                <a:lnTo>
                  <a:pt x="630682" y="1012571"/>
                </a:lnTo>
                <a:lnTo>
                  <a:pt x="607568" y="1004697"/>
                </a:lnTo>
                <a:lnTo>
                  <a:pt x="556133" y="896366"/>
                </a:lnTo>
                <a:lnTo>
                  <a:pt x="439293" y="896366"/>
                </a:lnTo>
                <a:lnTo>
                  <a:pt x="387858" y="1004697"/>
                </a:lnTo>
                <a:lnTo>
                  <a:pt x="363855" y="1012571"/>
                </a:lnTo>
                <a:lnTo>
                  <a:pt x="340614" y="1021588"/>
                </a:lnTo>
                <a:lnTo>
                  <a:pt x="318262" y="1032002"/>
                </a:lnTo>
                <a:lnTo>
                  <a:pt x="296799" y="1044067"/>
                </a:lnTo>
                <a:lnTo>
                  <a:pt x="186944" y="1004697"/>
                </a:lnTo>
                <a:lnTo>
                  <a:pt x="105156" y="1090930"/>
                </a:lnTo>
                <a:lnTo>
                  <a:pt x="140208" y="1206627"/>
                </a:lnTo>
                <a:lnTo>
                  <a:pt x="128778" y="1229614"/>
                </a:lnTo>
                <a:lnTo>
                  <a:pt x="118872" y="1253744"/>
                </a:lnTo>
                <a:lnTo>
                  <a:pt x="110236" y="1278255"/>
                </a:lnTo>
                <a:lnTo>
                  <a:pt x="102870" y="1302639"/>
                </a:lnTo>
                <a:lnTo>
                  <a:pt x="0" y="1356868"/>
                </a:lnTo>
                <a:lnTo>
                  <a:pt x="0" y="1479931"/>
                </a:lnTo>
                <a:lnTo>
                  <a:pt x="102870" y="1534160"/>
                </a:lnTo>
                <a:lnTo>
                  <a:pt x="110236" y="1559560"/>
                </a:lnTo>
                <a:lnTo>
                  <a:pt x="118872" y="1583944"/>
                </a:lnTo>
                <a:lnTo>
                  <a:pt x="128778" y="1607566"/>
                </a:lnTo>
                <a:lnTo>
                  <a:pt x="140208" y="1630172"/>
                </a:lnTo>
                <a:lnTo>
                  <a:pt x="105156" y="1745869"/>
                </a:lnTo>
                <a:lnTo>
                  <a:pt x="186944" y="1832102"/>
                </a:lnTo>
                <a:lnTo>
                  <a:pt x="296799" y="1795145"/>
                </a:lnTo>
                <a:lnTo>
                  <a:pt x="318262" y="1807210"/>
                </a:lnTo>
                <a:lnTo>
                  <a:pt x="340614" y="1817624"/>
                </a:lnTo>
                <a:lnTo>
                  <a:pt x="363855" y="1826653"/>
                </a:lnTo>
                <a:lnTo>
                  <a:pt x="387858" y="1834515"/>
                </a:lnTo>
                <a:lnTo>
                  <a:pt x="439293" y="1942846"/>
                </a:lnTo>
                <a:lnTo>
                  <a:pt x="556133" y="1942846"/>
                </a:lnTo>
                <a:lnTo>
                  <a:pt x="607568" y="1834515"/>
                </a:lnTo>
                <a:lnTo>
                  <a:pt x="631698" y="1826653"/>
                </a:lnTo>
                <a:lnTo>
                  <a:pt x="654812" y="1817624"/>
                </a:lnTo>
                <a:lnTo>
                  <a:pt x="677164" y="1807210"/>
                </a:lnTo>
                <a:lnTo>
                  <a:pt x="698754" y="1795145"/>
                </a:lnTo>
                <a:lnTo>
                  <a:pt x="808482" y="1834515"/>
                </a:lnTo>
                <a:lnTo>
                  <a:pt x="844804" y="1795145"/>
                </a:lnTo>
                <a:lnTo>
                  <a:pt x="890270" y="1745869"/>
                </a:lnTo>
                <a:lnTo>
                  <a:pt x="855218" y="1632585"/>
                </a:lnTo>
                <a:lnTo>
                  <a:pt x="876554" y="1586484"/>
                </a:lnTo>
                <a:lnTo>
                  <a:pt x="892683" y="1536573"/>
                </a:lnTo>
                <a:lnTo>
                  <a:pt x="995426" y="1482471"/>
                </a:lnTo>
                <a:lnTo>
                  <a:pt x="995426" y="1359281"/>
                </a:lnTo>
                <a:close/>
              </a:path>
              <a:path w="1524000" h="1943100">
                <a:moveTo>
                  <a:pt x="1523619" y="462915"/>
                </a:moveTo>
                <a:lnTo>
                  <a:pt x="1420749" y="408813"/>
                </a:lnTo>
                <a:lnTo>
                  <a:pt x="1413256" y="383413"/>
                </a:lnTo>
                <a:lnTo>
                  <a:pt x="1404620" y="358902"/>
                </a:lnTo>
                <a:lnTo>
                  <a:pt x="1396619" y="339852"/>
                </a:lnTo>
                <a:lnTo>
                  <a:pt x="1394841" y="335407"/>
                </a:lnTo>
                <a:lnTo>
                  <a:pt x="1383411" y="312674"/>
                </a:lnTo>
                <a:lnTo>
                  <a:pt x="1420749" y="196977"/>
                </a:lnTo>
                <a:lnTo>
                  <a:pt x="1374013" y="147701"/>
                </a:lnTo>
                <a:lnTo>
                  <a:pt x="1336675" y="108331"/>
                </a:lnTo>
                <a:lnTo>
                  <a:pt x="1226820" y="147701"/>
                </a:lnTo>
                <a:lnTo>
                  <a:pt x="1205357" y="135636"/>
                </a:lnTo>
                <a:lnTo>
                  <a:pt x="1201039" y="133731"/>
                </a:lnTo>
                <a:lnTo>
                  <a:pt x="1201039" y="524510"/>
                </a:lnTo>
                <a:lnTo>
                  <a:pt x="1194816" y="573278"/>
                </a:lnTo>
                <a:lnTo>
                  <a:pt x="1176909" y="617220"/>
                </a:lnTo>
                <a:lnTo>
                  <a:pt x="1149350" y="654685"/>
                </a:lnTo>
                <a:lnTo>
                  <a:pt x="1113790" y="683768"/>
                </a:lnTo>
                <a:lnTo>
                  <a:pt x="1072134" y="702564"/>
                </a:lnTo>
                <a:lnTo>
                  <a:pt x="1025779" y="709168"/>
                </a:lnTo>
                <a:lnTo>
                  <a:pt x="978789" y="702564"/>
                </a:lnTo>
                <a:lnTo>
                  <a:pt x="936752" y="683768"/>
                </a:lnTo>
                <a:lnTo>
                  <a:pt x="901446" y="654685"/>
                </a:lnTo>
                <a:lnTo>
                  <a:pt x="874141" y="617220"/>
                </a:lnTo>
                <a:lnTo>
                  <a:pt x="856742" y="573278"/>
                </a:lnTo>
                <a:lnTo>
                  <a:pt x="850519" y="524510"/>
                </a:lnTo>
                <a:lnTo>
                  <a:pt x="856869" y="475742"/>
                </a:lnTo>
                <a:lnTo>
                  <a:pt x="874776" y="431800"/>
                </a:lnTo>
                <a:lnTo>
                  <a:pt x="902335" y="394335"/>
                </a:lnTo>
                <a:lnTo>
                  <a:pt x="937768" y="365252"/>
                </a:lnTo>
                <a:lnTo>
                  <a:pt x="979551" y="346456"/>
                </a:lnTo>
                <a:lnTo>
                  <a:pt x="1025779" y="339852"/>
                </a:lnTo>
                <a:lnTo>
                  <a:pt x="1072896" y="346456"/>
                </a:lnTo>
                <a:lnTo>
                  <a:pt x="1114933" y="365252"/>
                </a:lnTo>
                <a:lnTo>
                  <a:pt x="1150239" y="394335"/>
                </a:lnTo>
                <a:lnTo>
                  <a:pt x="1177417" y="431800"/>
                </a:lnTo>
                <a:lnTo>
                  <a:pt x="1194943" y="475742"/>
                </a:lnTo>
                <a:lnTo>
                  <a:pt x="1201039" y="524510"/>
                </a:lnTo>
                <a:lnTo>
                  <a:pt x="1201039" y="133731"/>
                </a:lnTo>
                <a:lnTo>
                  <a:pt x="1183005" y="125222"/>
                </a:lnTo>
                <a:lnTo>
                  <a:pt x="1159764" y="116205"/>
                </a:lnTo>
                <a:lnTo>
                  <a:pt x="1135634" y="108331"/>
                </a:lnTo>
                <a:lnTo>
                  <a:pt x="1084199" y="0"/>
                </a:lnTo>
                <a:lnTo>
                  <a:pt x="967359" y="0"/>
                </a:lnTo>
                <a:lnTo>
                  <a:pt x="916051" y="108331"/>
                </a:lnTo>
                <a:lnTo>
                  <a:pt x="891921" y="116205"/>
                </a:lnTo>
                <a:lnTo>
                  <a:pt x="868680" y="125222"/>
                </a:lnTo>
                <a:lnTo>
                  <a:pt x="846328" y="135636"/>
                </a:lnTo>
                <a:lnTo>
                  <a:pt x="824865" y="147701"/>
                </a:lnTo>
                <a:lnTo>
                  <a:pt x="715010" y="108331"/>
                </a:lnTo>
                <a:lnTo>
                  <a:pt x="630936" y="196977"/>
                </a:lnTo>
                <a:lnTo>
                  <a:pt x="668274" y="312674"/>
                </a:lnTo>
                <a:lnTo>
                  <a:pt x="656844" y="335407"/>
                </a:lnTo>
                <a:lnTo>
                  <a:pt x="646938" y="358902"/>
                </a:lnTo>
                <a:lnTo>
                  <a:pt x="638429" y="383413"/>
                </a:lnTo>
                <a:lnTo>
                  <a:pt x="630936" y="408813"/>
                </a:lnTo>
                <a:lnTo>
                  <a:pt x="528066" y="462915"/>
                </a:lnTo>
                <a:lnTo>
                  <a:pt x="528066" y="586105"/>
                </a:lnTo>
                <a:lnTo>
                  <a:pt x="630936" y="640207"/>
                </a:lnTo>
                <a:lnTo>
                  <a:pt x="638429" y="665607"/>
                </a:lnTo>
                <a:lnTo>
                  <a:pt x="646938" y="690118"/>
                </a:lnTo>
                <a:lnTo>
                  <a:pt x="656844" y="713613"/>
                </a:lnTo>
                <a:lnTo>
                  <a:pt x="668274" y="736346"/>
                </a:lnTo>
                <a:lnTo>
                  <a:pt x="630936" y="852043"/>
                </a:lnTo>
                <a:lnTo>
                  <a:pt x="712724" y="938149"/>
                </a:lnTo>
                <a:lnTo>
                  <a:pt x="822579" y="898779"/>
                </a:lnTo>
                <a:lnTo>
                  <a:pt x="844042" y="910844"/>
                </a:lnTo>
                <a:lnTo>
                  <a:pt x="866394" y="921258"/>
                </a:lnTo>
                <a:lnTo>
                  <a:pt x="889508" y="930275"/>
                </a:lnTo>
                <a:lnTo>
                  <a:pt x="913638" y="938149"/>
                </a:lnTo>
                <a:lnTo>
                  <a:pt x="965073" y="1046607"/>
                </a:lnTo>
                <a:lnTo>
                  <a:pt x="1081913" y="1046607"/>
                </a:lnTo>
                <a:lnTo>
                  <a:pt x="1133348" y="938149"/>
                </a:lnTo>
                <a:lnTo>
                  <a:pt x="1157478" y="930275"/>
                </a:lnTo>
                <a:lnTo>
                  <a:pt x="1180592" y="921258"/>
                </a:lnTo>
                <a:lnTo>
                  <a:pt x="1202944" y="910844"/>
                </a:lnTo>
                <a:lnTo>
                  <a:pt x="1224407" y="898779"/>
                </a:lnTo>
                <a:lnTo>
                  <a:pt x="1334262" y="938149"/>
                </a:lnTo>
                <a:lnTo>
                  <a:pt x="1372743" y="898779"/>
                </a:lnTo>
                <a:lnTo>
                  <a:pt x="1418463" y="852043"/>
                </a:lnTo>
                <a:lnTo>
                  <a:pt x="1380998" y="736346"/>
                </a:lnTo>
                <a:lnTo>
                  <a:pt x="1392809" y="713359"/>
                </a:lnTo>
                <a:lnTo>
                  <a:pt x="1394587" y="709168"/>
                </a:lnTo>
                <a:lnTo>
                  <a:pt x="1403477" y="689229"/>
                </a:lnTo>
                <a:lnTo>
                  <a:pt x="1412875" y="664591"/>
                </a:lnTo>
                <a:lnTo>
                  <a:pt x="1420749" y="640207"/>
                </a:lnTo>
                <a:lnTo>
                  <a:pt x="1523619" y="586105"/>
                </a:lnTo>
                <a:lnTo>
                  <a:pt x="1523619" y="462915"/>
                </a:lnTo>
                <a:close/>
              </a:path>
            </a:pathLst>
          </a:custGeom>
          <a:solidFill>
            <a:srgbClr val="000000"/>
          </a:solidFill>
        </p:spPr>
        <p:txBody>
          <a:bodyPr wrap="square" lIns="0" tIns="0" rIns="0" bIns="0" rtlCol="0"/>
          <a:lstStyle/>
          <a:p>
            <a:endParaRPr/>
          </a:p>
        </p:txBody>
      </p:sp>
      <p:sp>
        <p:nvSpPr>
          <p:cNvPr id="5" name="object 5"/>
          <p:cNvSpPr/>
          <p:nvPr/>
        </p:nvSpPr>
        <p:spPr>
          <a:xfrm>
            <a:off x="15411450" y="1200149"/>
            <a:ext cx="1647825" cy="1751964"/>
          </a:xfrm>
          <a:custGeom>
            <a:avLst/>
            <a:gdLst/>
            <a:ahLst/>
            <a:cxnLst/>
            <a:rect l="l" t="t" r="r" b="b"/>
            <a:pathLst>
              <a:path w="1647825" h="1751964">
                <a:moveTo>
                  <a:pt x="970534" y="572516"/>
                </a:moveTo>
                <a:lnTo>
                  <a:pt x="885698" y="496824"/>
                </a:lnTo>
                <a:lnTo>
                  <a:pt x="884555" y="470916"/>
                </a:lnTo>
                <a:lnTo>
                  <a:pt x="882142" y="445643"/>
                </a:lnTo>
                <a:lnTo>
                  <a:pt x="878332" y="421005"/>
                </a:lnTo>
                <a:lnTo>
                  <a:pt x="872744" y="396913"/>
                </a:lnTo>
                <a:lnTo>
                  <a:pt x="935355" y="295783"/>
                </a:lnTo>
                <a:lnTo>
                  <a:pt x="909447" y="248412"/>
                </a:lnTo>
                <a:lnTo>
                  <a:pt x="884936" y="203835"/>
                </a:lnTo>
                <a:lnTo>
                  <a:pt x="878586" y="192278"/>
                </a:lnTo>
                <a:lnTo>
                  <a:pt x="765175" y="203835"/>
                </a:lnTo>
                <a:lnTo>
                  <a:pt x="747395" y="186817"/>
                </a:lnTo>
                <a:lnTo>
                  <a:pt x="744093" y="184150"/>
                </a:lnTo>
                <a:lnTo>
                  <a:pt x="728345" y="170815"/>
                </a:lnTo>
                <a:lnTo>
                  <a:pt x="708533" y="155829"/>
                </a:lnTo>
                <a:lnTo>
                  <a:pt x="688467" y="142621"/>
                </a:lnTo>
                <a:lnTo>
                  <a:pt x="665099" y="27559"/>
                </a:lnTo>
                <a:lnTo>
                  <a:pt x="658368" y="25908"/>
                </a:lnTo>
                <a:lnTo>
                  <a:pt x="658368" y="505333"/>
                </a:lnTo>
                <a:lnTo>
                  <a:pt x="652907" y="553085"/>
                </a:lnTo>
                <a:lnTo>
                  <a:pt x="635254" y="598678"/>
                </a:lnTo>
                <a:lnTo>
                  <a:pt x="608076" y="636524"/>
                </a:lnTo>
                <a:lnTo>
                  <a:pt x="573151" y="665353"/>
                </a:lnTo>
                <a:lnTo>
                  <a:pt x="532638" y="684276"/>
                </a:lnTo>
                <a:lnTo>
                  <a:pt x="488696" y="691896"/>
                </a:lnTo>
                <a:lnTo>
                  <a:pt x="443357" y="687070"/>
                </a:lnTo>
                <a:lnTo>
                  <a:pt x="401066" y="669925"/>
                </a:lnTo>
                <a:lnTo>
                  <a:pt x="365760" y="642239"/>
                </a:lnTo>
                <a:lnTo>
                  <a:pt x="338836" y="606298"/>
                </a:lnTo>
                <a:lnTo>
                  <a:pt x="321564" y="564134"/>
                </a:lnTo>
                <a:lnTo>
                  <a:pt x="314960" y="518160"/>
                </a:lnTo>
                <a:lnTo>
                  <a:pt x="320421" y="470408"/>
                </a:lnTo>
                <a:lnTo>
                  <a:pt x="338074" y="424815"/>
                </a:lnTo>
                <a:lnTo>
                  <a:pt x="365252" y="386969"/>
                </a:lnTo>
                <a:lnTo>
                  <a:pt x="400177" y="358140"/>
                </a:lnTo>
                <a:lnTo>
                  <a:pt x="440690" y="339344"/>
                </a:lnTo>
                <a:lnTo>
                  <a:pt x="484632" y="331724"/>
                </a:lnTo>
                <a:lnTo>
                  <a:pt x="529971" y="336423"/>
                </a:lnTo>
                <a:lnTo>
                  <a:pt x="572262" y="353695"/>
                </a:lnTo>
                <a:lnTo>
                  <a:pt x="607568" y="381381"/>
                </a:lnTo>
                <a:lnTo>
                  <a:pt x="634492" y="417322"/>
                </a:lnTo>
                <a:lnTo>
                  <a:pt x="651764" y="459359"/>
                </a:lnTo>
                <a:lnTo>
                  <a:pt x="658368" y="505333"/>
                </a:lnTo>
                <a:lnTo>
                  <a:pt x="658368" y="25908"/>
                </a:lnTo>
                <a:lnTo>
                  <a:pt x="554355" y="0"/>
                </a:lnTo>
                <a:lnTo>
                  <a:pt x="480060" y="90805"/>
                </a:lnTo>
                <a:lnTo>
                  <a:pt x="455422" y="92583"/>
                </a:lnTo>
                <a:lnTo>
                  <a:pt x="431292" y="95631"/>
                </a:lnTo>
                <a:lnTo>
                  <a:pt x="407543" y="100330"/>
                </a:lnTo>
                <a:lnTo>
                  <a:pt x="384429" y="106680"/>
                </a:lnTo>
                <a:lnTo>
                  <a:pt x="289433" y="43307"/>
                </a:lnTo>
                <a:lnTo>
                  <a:pt x="188849" y="107696"/>
                </a:lnTo>
                <a:lnTo>
                  <a:pt x="197104" y="226314"/>
                </a:lnTo>
                <a:lnTo>
                  <a:pt x="180975" y="245110"/>
                </a:lnTo>
                <a:lnTo>
                  <a:pt x="166116" y="265176"/>
                </a:lnTo>
                <a:lnTo>
                  <a:pt x="152146" y="286385"/>
                </a:lnTo>
                <a:lnTo>
                  <a:pt x="139192" y="308737"/>
                </a:lnTo>
                <a:lnTo>
                  <a:pt x="28829" y="335915"/>
                </a:lnTo>
                <a:lnTo>
                  <a:pt x="0" y="452882"/>
                </a:lnTo>
                <a:lnTo>
                  <a:pt x="84836" y="528574"/>
                </a:lnTo>
                <a:lnTo>
                  <a:pt x="85979" y="554355"/>
                </a:lnTo>
                <a:lnTo>
                  <a:pt x="88392" y="579628"/>
                </a:lnTo>
                <a:lnTo>
                  <a:pt x="92202" y="604393"/>
                </a:lnTo>
                <a:lnTo>
                  <a:pt x="97790" y="628523"/>
                </a:lnTo>
                <a:lnTo>
                  <a:pt x="35179" y="729615"/>
                </a:lnTo>
                <a:lnTo>
                  <a:pt x="94107" y="833628"/>
                </a:lnTo>
                <a:lnTo>
                  <a:pt x="207645" y="822071"/>
                </a:lnTo>
                <a:lnTo>
                  <a:pt x="225171" y="838581"/>
                </a:lnTo>
                <a:lnTo>
                  <a:pt x="243840" y="853694"/>
                </a:lnTo>
                <a:lnTo>
                  <a:pt x="263779" y="867791"/>
                </a:lnTo>
                <a:lnTo>
                  <a:pt x="284861" y="880999"/>
                </a:lnTo>
                <a:lnTo>
                  <a:pt x="308229" y="995934"/>
                </a:lnTo>
                <a:lnTo>
                  <a:pt x="418973" y="1023493"/>
                </a:lnTo>
                <a:lnTo>
                  <a:pt x="493268" y="932815"/>
                </a:lnTo>
                <a:lnTo>
                  <a:pt x="517906" y="931037"/>
                </a:lnTo>
                <a:lnTo>
                  <a:pt x="542036" y="927862"/>
                </a:lnTo>
                <a:lnTo>
                  <a:pt x="565785" y="923290"/>
                </a:lnTo>
                <a:lnTo>
                  <a:pt x="588899" y="916940"/>
                </a:lnTo>
                <a:lnTo>
                  <a:pt x="683895" y="980186"/>
                </a:lnTo>
                <a:lnTo>
                  <a:pt x="781685" y="917702"/>
                </a:lnTo>
                <a:lnTo>
                  <a:pt x="781621" y="916940"/>
                </a:lnTo>
                <a:lnTo>
                  <a:pt x="775030" y="822071"/>
                </a:lnTo>
                <a:lnTo>
                  <a:pt x="773430" y="798957"/>
                </a:lnTo>
                <a:lnTo>
                  <a:pt x="789559" y="780161"/>
                </a:lnTo>
                <a:lnTo>
                  <a:pt x="804418" y="760095"/>
                </a:lnTo>
                <a:lnTo>
                  <a:pt x="818388" y="738886"/>
                </a:lnTo>
                <a:lnTo>
                  <a:pt x="831342" y="716534"/>
                </a:lnTo>
                <a:lnTo>
                  <a:pt x="941705" y="689356"/>
                </a:lnTo>
                <a:lnTo>
                  <a:pt x="970534" y="572516"/>
                </a:lnTo>
                <a:close/>
              </a:path>
              <a:path w="1647825" h="1751964">
                <a:moveTo>
                  <a:pt x="1647571" y="1299210"/>
                </a:moveTo>
                <a:lnTo>
                  <a:pt x="1562735" y="1223518"/>
                </a:lnTo>
                <a:lnTo>
                  <a:pt x="1561592" y="1197610"/>
                </a:lnTo>
                <a:lnTo>
                  <a:pt x="1559179" y="1172337"/>
                </a:lnTo>
                <a:lnTo>
                  <a:pt x="1555242" y="1147699"/>
                </a:lnTo>
                <a:lnTo>
                  <a:pt x="1549781" y="1123569"/>
                </a:lnTo>
                <a:lnTo>
                  <a:pt x="1612392" y="1022477"/>
                </a:lnTo>
                <a:lnTo>
                  <a:pt x="1558531" y="930529"/>
                </a:lnTo>
                <a:lnTo>
                  <a:pt x="1552829" y="920750"/>
                </a:lnTo>
                <a:lnTo>
                  <a:pt x="1442212" y="930529"/>
                </a:lnTo>
                <a:lnTo>
                  <a:pt x="1424559" y="914019"/>
                </a:lnTo>
                <a:lnTo>
                  <a:pt x="1405890" y="898779"/>
                </a:lnTo>
                <a:lnTo>
                  <a:pt x="1385951" y="884682"/>
                </a:lnTo>
                <a:lnTo>
                  <a:pt x="1364996" y="871601"/>
                </a:lnTo>
                <a:lnTo>
                  <a:pt x="1341628" y="756539"/>
                </a:lnTo>
                <a:lnTo>
                  <a:pt x="1335024" y="754888"/>
                </a:lnTo>
                <a:lnTo>
                  <a:pt x="1335024" y="1233551"/>
                </a:lnTo>
                <a:lnTo>
                  <a:pt x="1329309" y="1282065"/>
                </a:lnTo>
                <a:lnTo>
                  <a:pt x="1311656" y="1327658"/>
                </a:lnTo>
                <a:lnTo>
                  <a:pt x="1284478" y="1365504"/>
                </a:lnTo>
                <a:lnTo>
                  <a:pt x="1249553" y="1394460"/>
                </a:lnTo>
                <a:lnTo>
                  <a:pt x="1209040" y="1413256"/>
                </a:lnTo>
                <a:lnTo>
                  <a:pt x="1165098" y="1420876"/>
                </a:lnTo>
                <a:lnTo>
                  <a:pt x="1119759" y="1416177"/>
                </a:lnTo>
                <a:lnTo>
                  <a:pt x="1076706" y="1398651"/>
                </a:lnTo>
                <a:lnTo>
                  <a:pt x="1041273" y="1370965"/>
                </a:lnTo>
                <a:lnTo>
                  <a:pt x="1014476" y="1335024"/>
                </a:lnTo>
                <a:lnTo>
                  <a:pt x="997458" y="1293114"/>
                </a:lnTo>
                <a:lnTo>
                  <a:pt x="991235" y="1247140"/>
                </a:lnTo>
                <a:lnTo>
                  <a:pt x="996823" y="1199388"/>
                </a:lnTo>
                <a:lnTo>
                  <a:pt x="1014476" y="1153795"/>
                </a:lnTo>
                <a:lnTo>
                  <a:pt x="1041781" y="1116076"/>
                </a:lnTo>
                <a:lnTo>
                  <a:pt x="1076579" y="1087120"/>
                </a:lnTo>
                <a:lnTo>
                  <a:pt x="1117092" y="1068324"/>
                </a:lnTo>
                <a:lnTo>
                  <a:pt x="1161034" y="1060704"/>
                </a:lnTo>
                <a:lnTo>
                  <a:pt x="1206373" y="1065403"/>
                </a:lnTo>
                <a:lnTo>
                  <a:pt x="1248791" y="1082548"/>
                </a:lnTo>
                <a:lnTo>
                  <a:pt x="1284097" y="1109853"/>
                </a:lnTo>
                <a:lnTo>
                  <a:pt x="1311021" y="1145413"/>
                </a:lnTo>
                <a:lnTo>
                  <a:pt x="1328420" y="1187323"/>
                </a:lnTo>
                <a:lnTo>
                  <a:pt x="1335024" y="1233551"/>
                </a:lnTo>
                <a:lnTo>
                  <a:pt x="1335024" y="754888"/>
                </a:lnTo>
                <a:lnTo>
                  <a:pt x="1230757" y="728980"/>
                </a:lnTo>
                <a:lnTo>
                  <a:pt x="1156462" y="819785"/>
                </a:lnTo>
                <a:lnTo>
                  <a:pt x="1131824" y="821563"/>
                </a:lnTo>
                <a:lnTo>
                  <a:pt x="1107694" y="824611"/>
                </a:lnTo>
                <a:lnTo>
                  <a:pt x="1084072" y="829310"/>
                </a:lnTo>
                <a:lnTo>
                  <a:pt x="1060831" y="835660"/>
                </a:lnTo>
                <a:lnTo>
                  <a:pt x="965835" y="772414"/>
                </a:lnTo>
                <a:lnTo>
                  <a:pt x="865251" y="836676"/>
                </a:lnTo>
                <a:lnTo>
                  <a:pt x="873506" y="955421"/>
                </a:lnTo>
                <a:lnTo>
                  <a:pt x="857377" y="974471"/>
                </a:lnTo>
                <a:lnTo>
                  <a:pt x="842264" y="995045"/>
                </a:lnTo>
                <a:lnTo>
                  <a:pt x="828421" y="1016381"/>
                </a:lnTo>
                <a:lnTo>
                  <a:pt x="815594" y="1037717"/>
                </a:lnTo>
                <a:lnTo>
                  <a:pt x="705358" y="1064895"/>
                </a:lnTo>
                <a:lnTo>
                  <a:pt x="676402" y="1181862"/>
                </a:lnTo>
                <a:lnTo>
                  <a:pt x="761238" y="1257554"/>
                </a:lnTo>
                <a:lnTo>
                  <a:pt x="762381" y="1283335"/>
                </a:lnTo>
                <a:lnTo>
                  <a:pt x="764794" y="1308608"/>
                </a:lnTo>
                <a:lnTo>
                  <a:pt x="768604" y="1333373"/>
                </a:lnTo>
                <a:lnTo>
                  <a:pt x="774192" y="1357503"/>
                </a:lnTo>
                <a:lnTo>
                  <a:pt x="711581" y="1458595"/>
                </a:lnTo>
                <a:lnTo>
                  <a:pt x="768985" y="1559687"/>
                </a:lnTo>
                <a:lnTo>
                  <a:pt x="881761" y="1550543"/>
                </a:lnTo>
                <a:lnTo>
                  <a:pt x="899668" y="1567053"/>
                </a:lnTo>
                <a:lnTo>
                  <a:pt x="918972" y="1582420"/>
                </a:lnTo>
                <a:lnTo>
                  <a:pt x="938911" y="1596517"/>
                </a:lnTo>
                <a:lnTo>
                  <a:pt x="958977" y="1609471"/>
                </a:lnTo>
                <a:lnTo>
                  <a:pt x="982345" y="1724406"/>
                </a:lnTo>
                <a:lnTo>
                  <a:pt x="1093216" y="1751965"/>
                </a:lnTo>
                <a:lnTo>
                  <a:pt x="1167384" y="1661287"/>
                </a:lnTo>
                <a:lnTo>
                  <a:pt x="1192149" y="1659509"/>
                </a:lnTo>
                <a:lnTo>
                  <a:pt x="1216279" y="1656334"/>
                </a:lnTo>
                <a:lnTo>
                  <a:pt x="1239901" y="1651762"/>
                </a:lnTo>
                <a:lnTo>
                  <a:pt x="1263142" y="1645285"/>
                </a:lnTo>
                <a:lnTo>
                  <a:pt x="1358646" y="1706372"/>
                </a:lnTo>
                <a:lnTo>
                  <a:pt x="1454048" y="1645285"/>
                </a:lnTo>
                <a:lnTo>
                  <a:pt x="1456436" y="1643761"/>
                </a:lnTo>
                <a:lnTo>
                  <a:pt x="1451622" y="1550543"/>
                </a:lnTo>
                <a:lnTo>
                  <a:pt x="1450340" y="1525651"/>
                </a:lnTo>
                <a:lnTo>
                  <a:pt x="1466469" y="1506855"/>
                </a:lnTo>
                <a:lnTo>
                  <a:pt x="1481455" y="1486789"/>
                </a:lnTo>
                <a:lnTo>
                  <a:pt x="1495298" y="1465580"/>
                </a:lnTo>
                <a:lnTo>
                  <a:pt x="1508379" y="1443228"/>
                </a:lnTo>
                <a:lnTo>
                  <a:pt x="1599031" y="1420876"/>
                </a:lnTo>
                <a:lnTo>
                  <a:pt x="1618615" y="1416050"/>
                </a:lnTo>
                <a:lnTo>
                  <a:pt x="1647571" y="1299210"/>
                </a:lnTo>
                <a:close/>
              </a:path>
            </a:pathLst>
          </a:custGeom>
          <a:solidFill>
            <a:srgbClr val="000000"/>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1105" y="5404548"/>
            <a:ext cx="15678150" cy="3013710"/>
          </a:xfrm>
          <a:prstGeom prst="rect">
            <a:avLst/>
          </a:prstGeom>
        </p:spPr>
        <p:txBody>
          <a:bodyPr vert="horz" wrap="square" lIns="0" tIns="7620" rIns="0" bIns="0" rtlCol="0">
            <a:spAutoFit/>
          </a:bodyPr>
          <a:lstStyle/>
          <a:p>
            <a:pPr marL="12700" marR="5080">
              <a:lnSpc>
                <a:spcPct val="102000"/>
              </a:lnSpc>
              <a:spcBef>
                <a:spcPts val="60"/>
              </a:spcBef>
            </a:pPr>
            <a:r>
              <a:rPr sz="2750" spc="5" dirty="0">
                <a:latin typeface="Calibri"/>
                <a:cs typeface="Calibri"/>
              </a:rPr>
              <a:t>This</a:t>
            </a:r>
            <a:r>
              <a:rPr sz="2750" spc="90" dirty="0">
                <a:latin typeface="Calibri"/>
                <a:cs typeface="Calibri"/>
              </a:rPr>
              <a:t> </a:t>
            </a:r>
            <a:r>
              <a:rPr sz="2750" spc="-15" dirty="0">
                <a:latin typeface="Calibri"/>
                <a:cs typeface="Calibri"/>
              </a:rPr>
              <a:t>system</a:t>
            </a:r>
            <a:r>
              <a:rPr sz="2750" spc="15" dirty="0">
                <a:latin typeface="Calibri"/>
                <a:cs typeface="Calibri"/>
              </a:rPr>
              <a:t> </a:t>
            </a:r>
            <a:r>
              <a:rPr sz="2750" dirty="0">
                <a:latin typeface="Calibri"/>
                <a:cs typeface="Calibri"/>
              </a:rPr>
              <a:t>utilizes</a:t>
            </a:r>
            <a:r>
              <a:rPr sz="2750" spc="15" dirty="0">
                <a:latin typeface="Calibri"/>
                <a:cs typeface="Calibri"/>
              </a:rPr>
              <a:t> </a:t>
            </a:r>
            <a:r>
              <a:rPr sz="2750" spc="20" dirty="0">
                <a:latin typeface="Calibri"/>
                <a:cs typeface="Calibri"/>
              </a:rPr>
              <a:t>an</a:t>
            </a:r>
            <a:r>
              <a:rPr sz="2750" spc="25" dirty="0">
                <a:latin typeface="Calibri"/>
                <a:cs typeface="Calibri"/>
              </a:rPr>
              <a:t> </a:t>
            </a:r>
            <a:r>
              <a:rPr sz="2750" spc="10" dirty="0">
                <a:latin typeface="Calibri"/>
                <a:cs typeface="Calibri"/>
              </a:rPr>
              <a:t>alcohol</a:t>
            </a:r>
            <a:r>
              <a:rPr sz="2750" spc="15" dirty="0">
                <a:latin typeface="Calibri"/>
                <a:cs typeface="Calibri"/>
              </a:rPr>
              <a:t> sensor</a:t>
            </a:r>
            <a:r>
              <a:rPr sz="2750" spc="65" dirty="0">
                <a:latin typeface="Calibri"/>
                <a:cs typeface="Calibri"/>
              </a:rPr>
              <a:t> </a:t>
            </a:r>
            <a:r>
              <a:rPr sz="2750" spc="-5" dirty="0">
                <a:latin typeface="Calibri"/>
                <a:cs typeface="Calibri"/>
              </a:rPr>
              <a:t>integrated</a:t>
            </a:r>
            <a:r>
              <a:rPr sz="2750" spc="25" dirty="0">
                <a:latin typeface="Calibri"/>
                <a:cs typeface="Calibri"/>
              </a:rPr>
              <a:t> </a:t>
            </a:r>
            <a:r>
              <a:rPr sz="2750" spc="20" dirty="0">
                <a:latin typeface="Calibri"/>
                <a:cs typeface="Calibri"/>
              </a:rPr>
              <a:t>with an</a:t>
            </a:r>
            <a:r>
              <a:rPr sz="2750" spc="25" dirty="0">
                <a:latin typeface="Calibri"/>
                <a:cs typeface="Calibri"/>
              </a:rPr>
              <a:t> </a:t>
            </a:r>
            <a:r>
              <a:rPr sz="2750" spc="15" dirty="0">
                <a:latin typeface="Calibri"/>
                <a:cs typeface="Calibri"/>
              </a:rPr>
              <a:t>Arduino </a:t>
            </a:r>
            <a:r>
              <a:rPr sz="2750" spc="30" dirty="0">
                <a:latin typeface="Calibri"/>
                <a:cs typeface="Calibri"/>
              </a:rPr>
              <a:t>Uno</a:t>
            </a:r>
            <a:r>
              <a:rPr sz="2750" spc="20" dirty="0">
                <a:latin typeface="Calibri"/>
                <a:cs typeface="Calibri"/>
              </a:rPr>
              <a:t> </a:t>
            </a:r>
            <a:r>
              <a:rPr sz="2750" spc="5" dirty="0">
                <a:latin typeface="Calibri"/>
                <a:cs typeface="Calibri"/>
              </a:rPr>
              <a:t>microcontroller</a:t>
            </a:r>
            <a:r>
              <a:rPr sz="2750" spc="-10" dirty="0">
                <a:latin typeface="Calibri"/>
                <a:cs typeface="Calibri"/>
              </a:rPr>
              <a:t> to</a:t>
            </a:r>
            <a:r>
              <a:rPr sz="2750" spc="20" dirty="0">
                <a:latin typeface="Calibri"/>
                <a:cs typeface="Calibri"/>
              </a:rPr>
              <a:t> monitor</a:t>
            </a:r>
            <a:r>
              <a:rPr sz="2750" spc="-10" dirty="0">
                <a:latin typeface="Calibri"/>
                <a:cs typeface="Calibri"/>
              </a:rPr>
              <a:t> </a:t>
            </a:r>
            <a:r>
              <a:rPr sz="2750" spc="10" dirty="0">
                <a:latin typeface="Calibri"/>
                <a:cs typeface="Calibri"/>
              </a:rPr>
              <a:t>the</a:t>
            </a:r>
            <a:r>
              <a:rPr sz="2750" spc="25" dirty="0">
                <a:latin typeface="Calibri"/>
                <a:cs typeface="Calibri"/>
              </a:rPr>
              <a:t> </a:t>
            </a:r>
            <a:r>
              <a:rPr sz="2750" spc="15" dirty="0">
                <a:latin typeface="Calibri"/>
                <a:cs typeface="Calibri"/>
              </a:rPr>
              <a:t>driver's </a:t>
            </a:r>
            <a:r>
              <a:rPr sz="2750" spc="-610" dirty="0">
                <a:latin typeface="Calibri"/>
                <a:cs typeface="Calibri"/>
              </a:rPr>
              <a:t> </a:t>
            </a:r>
            <a:r>
              <a:rPr sz="2750" spc="5" dirty="0">
                <a:latin typeface="Calibri"/>
                <a:cs typeface="Calibri"/>
              </a:rPr>
              <a:t>breath</a:t>
            </a:r>
            <a:r>
              <a:rPr sz="2750" spc="25" dirty="0">
                <a:latin typeface="Calibri"/>
                <a:cs typeface="Calibri"/>
              </a:rPr>
              <a:t> </a:t>
            </a:r>
            <a:r>
              <a:rPr sz="2750" spc="-10" dirty="0">
                <a:latin typeface="Calibri"/>
                <a:cs typeface="Calibri"/>
              </a:rPr>
              <a:t>in</a:t>
            </a:r>
            <a:r>
              <a:rPr sz="2750" spc="25" dirty="0">
                <a:latin typeface="Calibri"/>
                <a:cs typeface="Calibri"/>
              </a:rPr>
              <a:t> </a:t>
            </a:r>
            <a:r>
              <a:rPr sz="2750" spc="15" dirty="0">
                <a:latin typeface="Calibri"/>
                <a:cs typeface="Calibri"/>
              </a:rPr>
              <a:t>real-time.</a:t>
            </a:r>
            <a:r>
              <a:rPr sz="2750" spc="35" dirty="0">
                <a:latin typeface="Calibri"/>
                <a:cs typeface="Calibri"/>
              </a:rPr>
              <a:t> When</a:t>
            </a:r>
            <a:r>
              <a:rPr sz="2750" spc="30" dirty="0">
                <a:latin typeface="Calibri"/>
                <a:cs typeface="Calibri"/>
              </a:rPr>
              <a:t> </a:t>
            </a:r>
            <a:r>
              <a:rPr sz="2750" spc="15" dirty="0">
                <a:latin typeface="Calibri"/>
                <a:cs typeface="Calibri"/>
              </a:rPr>
              <a:t>alcohol</a:t>
            </a:r>
            <a:r>
              <a:rPr sz="2750" spc="25" dirty="0">
                <a:latin typeface="Calibri"/>
                <a:cs typeface="Calibri"/>
              </a:rPr>
              <a:t> </a:t>
            </a:r>
            <a:r>
              <a:rPr sz="2750" spc="-10" dirty="0">
                <a:latin typeface="Calibri"/>
                <a:cs typeface="Calibri"/>
              </a:rPr>
              <a:t>is</a:t>
            </a:r>
            <a:r>
              <a:rPr sz="2750" spc="25" dirty="0">
                <a:latin typeface="Calibri"/>
                <a:cs typeface="Calibri"/>
              </a:rPr>
              <a:t> </a:t>
            </a:r>
            <a:r>
              <a:rPr sz="2750" spc="10" dirty="0">
                <a:latin typeface="Calibri"/>
                <a:cs typeface="Calibri"/>
              </a:rPr>
              <a:t>detected</a:t>
            </a:r>
            <a:r>
              <a:rPr sz="2750" spc="100" dirty="0">
                <a:latin typeface="Calibri"/>
                <a:cs typeface="Calibri"/>
              </a:rPr>
              <a:t> </a:t>
            </a:r>
            <a:r>
              <a:rPr sz="2750" spc="5" dirty="0">
                <a:latin typeface="Calibri"/>
                <a:cs typeface="Calibri"/>
              </a:rPr>
              <a:t>above</a:t>
            </a:r>
            <a:r>
              <a:rPr sz="2750" spc="30" dirty="0">
                <a:latin typeface="Calibri"/>
                <a:cs typeface="Calibri"/>
              </a:rPr>
              <a:t> </a:t>
            </a:r>
            <a:r>
              <a:rPr sz="2750" spc="10" dirty="0">
                <a:latin typeface="Calibri"/>
                <a:cs typeface="Calibri"/>
              </a:rPr>
              <a:t>a </a:t>
            </a:r>
            <a:r>
              <a:rPr sz="2750" spc="15" dirty="0">
                <a:latin typeface="Calibri"/>
                <a:cs typeface="Calibri"/>
              </a:rPr>
              <a:t>predefined</a:t>
            </a:r>
            <a:r>
              <a:rPr sz="2750" spc="30" dirty="0">
                <a:latin typeface="Calibri"/>
                <a:cs typeface="Calibri"/>
              </a:rPr>
              <a:t> </a:t>
            </a:r>
            <a:r>
              <a:rPr sz="2750" spc="10" dirty="0">
                <a:latin typeface="Calibri"/>
                <a:cs typeface="Calibri"/>
              </a:rPr>
              <a:t>threshold,</a:t>
            </a:r>
            <a:r>
              <a:rPr sz="2750" spc="50" dirty="0">
                <a:latin typeface="Calibri"/>
                <a:cs typeface="Calibri"/>
              </a:rPr>
              <a:t> </a:t>
            </a:r>
            <a:r>
              <a:rPr sz="2750" spc="10" dirty="0">
                <a:latin typeface="Calibri"/>
                <a:cs typeface="Calibri"/>
              </a:rPr>
              <a:t>the</a:t>
            </a:r>
            <a:r>
              <a:rPr sz="2750" spc="30" dirty="0">
                <a:latin typeface="Calibri"/>
                <a:cs typeface="Calibri"/>
              </a:rPr>
              <a:t> </a:t>
            </a:r>
            <a:r>
              <a:rPr sz="2750" spc="5" dirty="0">
                <a:latin typeface="Calibri"/>
                <a:cs typeface="Calibri"/>
              </a:rPr>
              <a:t>system</a:t>
            </a:r>
            <a:r>
              <a:rPr sz="2750" spc="20" dirty="0">
                <a:latin typeface="Calibri"/>
                <a:cs typeface="Calibri"/>
              </a:rPr>
              <a:t> </a:t>
            </a:r>
            <a:r>
              <a:rPr sz="2750" spc="5" dirty="0">
                <a:latin typeface="Calibri"/>
                <a:cs typeface="Calibri"/>
              </a:rPr>
              <a:t>triggers</a:t>
            </a:r>
            <a:r>
              <a:rPr sz="2750" spc="25" dirty="0">
                <a:latin typeface="Calibri"/>
                <a:cs typeface="Calibri"/>
              </a:rPr>
              <a:t> </a:t>
            </a:r>
            <a:r>
              <a:rPr sz="2750" spc="20" dirty="0">
                <a:latin typeface="Calibri"/>
                <a:cs typeface="Calibri"/>
              </a:rPr>
              <a:t>an </a:t>
            </a:r>
            <a:r>
              <a:rPr sz="2750" spc="25" dirty="0">
                <a:latin typeface="Calibri"/>
                <a:cs typeface="Calibri"/>
              </a:rPr>
              <a:t> </a:t>
            </a:r>
            <a:r>
              <a:rPr sz="2750" spc="10" dirty="0">
                <a:latin typeface="Calibri"/>
                <a:cs typeface="Calibri"/>
              </a:rPr>
              <a:t>automatic</a:t>
            </a:r>
            <a:r>
              <a:rPr sz="2750" spc="5" dirty="0">
                <a:latin typeface="Calibri"/>
                <a:cs typeface="Calibri"/>
              </a:rPr>
              <a:t> </a:t>
            </a:r>
            <a:r>
              <a:rPr sz="2750" spc="10" dirty="0">
                <a:latin typeface="Calibri"/>
                <a:cs typeface="Calibri"/>
              </a:rPr>
              <a:t>response</a:t>
            </a:r>
            <a:r>
              <a:rPr sz="2750" spc="20" dirty="0">
                <a:latin typeface="Calibri"/>
                <a:cs typeface="Calibri"/>
              </a:rPr>
              <a:t> </a:t>
            </a:r>
            <a:r>
              <a:rPr sz="2750" spc="30" dirty="0">
                <a:latin typeface="Calibri"/>
                <a:cs typeface="Calibri"/>
              </a:rPr>
              <a:t>by</a:t>
            </a:r>
            <a:r>
              <a:rPr sz="2750" spc="-5" dirty="0">
                <a:latin typeface="Calibri"/>
                <a:cs typeface="Calibri"/>
              </a:rPr>
              <a:t> </a:t>
            </a:r>
            <a:r>
              <a:rPr sz="2750" spc="15" dirty="0">
                <a:latin typeface="Calibri"/>
                <a:cs typeface="Calibri"/>
              </a:rPr>
              <a:t>stopping</a:t>
            </a:r>
            <a:r>
              <a:rPr sz="2750" spc="20" dirty="0">
                <a:latin typeface="Calibri"/>
                <a:cs typeface="Calibri"/>
              </a:rPr>
              <a:t> </a:t>
            </a:r>
            <a:r>
              <a:rPr sz="2750" spc="10" dirty="0">
                <a:latin typeface="Calibri"/>
                <a:cs typeface="Calibri"/>
              </a:rPr>
              <a:t>the</a:t>
            </a:r>
            <a:r>
              <a:rPr sz="2750" spc="25" dirty="0">
                <a:latin typeface="Calibri"/>
                <a:cs typeface="Calibri"/>
              </a:rPr>
              <a:t> </a:t>
            </a:r>
            <a:r>
              <a:rPr sz="2750" spc="-10" dirty="0">
                <a:latin typeface="Calibri"/>
                <a:cs typeface="Calibri"/>
              </a:rPr>
              <a:t>vehicle’s</a:t>
            </a:r>
            <a:r>
              <a:rPr sz="2750" spc="15" dirty="0">
                <a:latin typeface="Calibri"/>
                <a:cs typeface="Calibri"/>
              </a:rPr>
              <a:t> </a:t>
            </a:r>
            <a:r>
              <a:rPr sz="2750" spc="10" dirty="0">
                <a:latin typeface="Calibri"/>
                <a:cs typeface="Calibri"/>
              </a:rPr>
              <a:t>engine,</a:t>
            </a:r>
            <a:r>
              <a:rPr sz="2750" spc="35" dirty="0">
                <a:latin typeface="Calibri"/>
                <a:cs typeface="Calibri"/>
              </a:rPr>
              <a:t> </a:t>
            </a:r>
            <a:r>
              <a:rPr sz="2750" spc="5" dirty="0">
                <a:latin typeface="Calibri"/>
                <a:cs typeface="Calibri"/>
              </a:rPr>
              <a:t>simulated</a:t>
            </a:r>
            <a:r>
              <a:rPr sz="2750" spc="90" dirty="0">
                <a:latin typeface="Calibri"/>
                <a:cs typeface="Calibri"/>
              </a:rPr>
              <a:t> </a:t>
            </a:r>
            <a:r>
              <a:rPr sz="2750" spc="5" dirty="0">
                <a:latin typeface="Calibri"/>
                <a:cs typeface="Calibri"/>
              </a:rPr>
              <a:t>through</a:t>
            </a:r>
            <a:r>
              <a:rPr sz="2750" spc="25" dirty="0">
                <a:latin typeface="Calibri"/>
                <a:cs typeface="Calibri"/>
              </a:rPr>
              <a:t> </a:t>
            </a:r>
            <a:r>
              <a:rPr sz="2750" spc="10" dirty="0">
                <a:latin typeface="Calibri"/>
                <a:cs typeface="Calibri"/>
              </a:rPr>
              <a:t>a</a:t>
            </a:r>
            <a:r>
              <a:rPr sz="2750" spc="70" dirty="0">
                <a:latin typeface="Calibri"/>
                <a:cs typeface="Calibri"/>
              </a:rPr>
              <a:t> </a:t>
            </a:r>
            <a:r>
              <a:rPr sz="2750" spc="20" dirty="0">
                <a:latin typeface="Calibri"/>
                <a:cs typeface="Calibri"/>
              </a:rPr>
              <a:t>DC</a:t>
            </a:r>
            <a:r>
              <a:rPr sz="2750" spc="-5" dirty="0">
                <a:latin typeface="Calibri"/>
                <a:cs typeface="Calibri"/>
              </a:rPr>
              <a:t> </a:t>
            </a:r>
            <a:r>
              <a:rPr sz="2750" spc="-40" dirty="0">
                <a:latin typeface="Calibri"/>
                <a:cs typeface="Calibri"/>
              </a:rPr>
              <a:t>motor.</a:t>
            </a:r>
            <a:r>
              <a:rPr sz="2750" spc="25" dirty="0">
                <a:latin typeface="Calibri"/>
                <a:cs typeface="Calibri"/>
              </a:rPr>
              <a:t> The</a:t>
            </a:r>
            <a:r>
              <a:rPr sz="2750" spc="20" dirty="0">
                <a:latin typeface="Calibri"/>
                <a:cs typeface="Calibri"/>
              </a:rPr>
              <a:t> </a:t>
            </a:r>
            <a:r>
              <a:rPr sz="2750" spc="35" dirty="0">
                <a:latin typeface="Calibri"/>
                <a:cs typeface="Calibri"/>
              </a:rPr>
              <a:t>use</a:t>
            </a:r>
            <a:r>
              <a:rPr sz="2750" spc="25" dirty="0">
                <a:latin typeface="Calibri"/>
                <a:cs typeface="Calibri"/>
              </a:rPr>
              <a:t> </a:t>
            </a:r>
            <a:r>
              <a:rPr sz="2750" spc="-10" dirty="0">
                <a:latin typeface="Calibri"/>
                <a:cs typeface="Calibri"/>
              </a:rPr>
              <a:t>of</a:t>
            </a:r>
            <a:r>
              <a:rPr sz="2750" spc="30" dirty="0">
                <a:latin typeface="Calibri"/>
                <a:cs typeface="Calibri"/>
              </a:rPr>
              <a:t> </a:t>
            </a:r>
            <a:r>
              <a:rPr sz="2750" spc="10" dirty="0">
                <a:latin typeface="Calibri"/>
                <a:cs typeface="Calibri"/>
              </a:rPr>
              <a:t>a</a:t>
            </a:r>
            <a:r>
              <a:rPr sz="2750" dirty="0">
                <a:latin typeface="Calibri"/>
                <a:cs typeface="Calibri"/>
              </a:rPr>
              <a:t> </a:t>
            </a:r>
            <a:r>
              <a:rPr sz="2750" spc="10" dirty="0">
                <a:latin typeface="Calibri"/>
                <a:cs typeface="Calibri"/>
              </a:rPr>
              <a:t>Liquid </a:t>
            </a:r>
            <a:r>
              <a:rPr sz="2750" spc="15" dirty="0">
                <a:latin typeface="Calibri"/>
                <a:cs typeface="Calibri"/>
              </a:rPr>
              <a:t> </a:t>
            </a:r>
            <a:r>
              <a:rPr sz="2750" spc="5" dirty="0">
                <a:latin typeface="Calibri"/>
                <a:cs typeface="Calibri"/>
              </a:rPr>
              <a:t>Crystal</a:t>
            </a:r>
            <a:r>
              <a:rPr sz="2750" spc="65" dirty="0">
                <a:latin typeface="Calibri"/>
                <a:cs typeface="Calibri"/>
              </a:rPr>
              <a:t> </a:t>
            </a:r>
            <a:r>
              <a:rPr sz="2750" dirty="0">
                <a:latin typeface="Calibri"/>
                <a:cs typeface="Calibri"/>
              </a:rPr>
              <a:t>Display</a:t>
            </a:r>
            <a:r>
              <a:rPr sz="2750" spc="50" dirty="0">
                <a:latin typeface="Calibri"/>
                <a:cs typeface="Calibri"/>
              </a:rPr>
              <a:t> </a:t>
            </a:r>
            <a:r>
              <a:rPr sz="2750" spc="15" dirty="0">
                <a:latin typeface="Calibri"/>
                <a:cs typeface="Calibri"/>
              </a:rPr>
              <a:t>(LCD)</a:t>
            </a:r>
            <a:r>
              <a:rPr sz="2750" spc="90" dirty="0">
                <a:latin typeface="Calibri"/>
                <a:cs typeface="Calibri"/>
              </a:rPr>
              <a:t> </a:t>
            </a:r>
            <a:r>
              <a:rPr sz="2750" spc="-5" dirty="0">
                <a:latin typeface="Calibri"/>
                <a:cs typeface="Calibri"/>
              </a:rPr>
              <a:t>allows</a:t>
            </a:r>
            <a:r>
              <a:rPr sz="2750" spc="145" dirty="0">
                <a:latin typeface="Calibri"/>
                <a:cs typeface="Calibri"/>
              </a:rPr>
              <a:t> </a:t>
            </a:r>
            <a:r>
              <a:rPr sz="2750" spc="-15" dirty="0">
                <a:latin typeface="Calibri"/>
                <a:cs typeface="Calibri"/>
              </a:rPr>
              <a:t>for</a:t>
            </a:r>
            <a:r>
              <a:rPr sz="2750" spc="45" dirty="0">
                <a:latin typeface="Calibri"/>
                <a:cs typeface="Calibri"/>
              </a:rPr>
              <a:t> </a:t>
            </a:r>
            <a:r>
              <a:rPr sz="2750" spc="15" dirty="0">
                <a:latin typeface="Calibri"/>
                <a:cs typeface="Calibri"/>
              </a:rPr>
              <a:t>immediate</a:t>
            </a:r>
            <a:r>
              <a:rPr sz="2750" spc="75" dirty="0">
                <a:latin typeface="Calibri"/>
                <a:cs typeface="Calibri"/>
              </a:rPr>
              <a:t> </a:t>
            </a:r>
            <a:r>
              <a:rPr sz="2750" spc="5" dirty="0">
                <a:latin typeface="Calibri"/>
                <a:cs typeface="Calibri"/>
              </a:rPr>
              <a:t>feedback</a:t>
            </a:r>
            <a:r>
              <a:rPr sz="2750" spc="110" dirty="0">
                <a:latin typeface="Calibri"/>
                <a:cs typeface="Calibri"/>
              </a:rPr>
              <a:t> </a:t>
            </a:r>
            <a:r>
              <a:rPr sz="2750" spc="-10" dirty="0">
                <a:latin typeface="Calibri"/>
                <a:cs typeface="Calibri"/>
              </a:rPr>
              <a:t>to</a:t>
            </a:r>
            <a:r>
              <a:rPr sz="2750" spc="70" dirty="0">
                <a:latin typeface="Calibri"/>
                <a:cs typeface="Calibri"/>
              </a:rPr>
              <a:t> </a:t>
            </a:r>
            <a:r>
              <a:rPr sz="2750" spc="10" dirty="0">
                <a:latin typeface="Calibri"/>
                <a:cs typeface="Calibri"/>
              </a:rPr>
              <a:t>the</a:t>
            </a:r>
            <a:r>
              <a:rPr sz="2750" spc="75" dirty="0">
                <a:latin typeface="Calibri"/>
                <a:cs typeface="Calibri"/>
              </a:rPr>
              <a:t> </a:t>
            </a:r>
            <a:r>
              <a:rPr sz="2750" spc="-25" dirty="0">
                <a:latin typeface="Calibri"/>
                <a:cs typeface="Calibri"/>
              </a:rPr>
              <a:t>driver,</a:t>
            </a:r>
            <a:r>
              <a:rPr sz="2750" spc="90" dirty="0">
                <a:latin typeface="Calibri"/>
                <a:cs typeface="Calibri"/>
              </a:rPr>
              <a:t> </a:t>
            </a:r>
            <a:r>
              <a:rPr sz="2750" spc="5" dirty="0">
                <a:latin typeface="Calibri"/>
                <a:cs typeface="Calibri"/>
              </a:rPr>
              <a:t>displaying</a:t>
            </a:r>
            <a:r>
              <a:rPr sz="2750" spc="75" dirty="0">
                <a:latin typeface="Calibri"/>
                <a:cs typeface="Calibri"/>
              </a:rPr>
              <a:t> </a:t>
            </a:r>
            <a:r>
              <a:rPr sz="2750" spc="10" dirty="0">
                <a:latin typeface="Calibri"/>
                <a:cs typeface="Calibri"/>
              </a:rPr>
              <a:t>a</a:t>
            </a:r>
            <a:r>
              <a:rPr sz="2750" spc="50" dirty="0">
                <a:latin typeface="Calibri"/>
                <a:cs typeface="Calibri"/>
              </a:rPr>
              <a:t> </a:t>
            </a:r>
            <a:r>
              <a:rPr sz="2750" spc="15" dirty="0">
                <a:latin typeface="Calibri"/>
                <a:cs typeface="Calibri"/>
              </a:rPr>
              <a:t>warning</a:t>
            </a:r>
            <a:r>
              <a:rPr sz="2750" spc="70" dirty="0">
                <a:latin typeface="Calibri"/>
                <a:cs typeface="Calibri"/>
              </a:rPr>
              <a:t> </a:t>
            </a:r>
            <a:r>
              <a:rPr sz="2750" spc="20" dirty="0">
                <a:latin typeface="Calibri"/>
                <a:cs typeface="Calibri"/>
              </a:rPr>
              <a:t>message</a:t>
            </a:r>
            <a:r>
              <a:rPr sz="2750" spc="75" dirty="0">
                <a:latin typeface="Calibri"/>
                <a:cs typeface="Calibri"/>
              </a:rPr>
              <a:t> </a:t>
            </a:r>
            <a:r>
              <a:rPr sz="2750" spc="5" dirty="0">
                <a:latin typeface="Calibri"/>
                <a:cs typeface="Calibri"/>
              </a:rPr>
              <a:t>and </a:t>
            </a:r>
            <a:r>
              <a:rPr sz="2750" spc="10" dirty="0">
                <a:latin typeface="Calibri"/>
                <a:cs typeface="Calibri"/>
              </a:rPr>
              <a:t> </a:t>
            </a:r>
            <a:r>
              <a:rPr sz="2750" spc="15" dirty="0">
                <a:latin typeface="Calibri"/>
                <a:cs typeface="Calibri"/>
              </a:rPr>
              <a:t>notifying</a:t>
            </a:r>
            <a:r>
              <a:rPr sz="2750" spc="20" dirty="0">
                <a:latin typeface="Calibri"/>
                <a:cs typeface="Calibri"/>
              </a:rPr>
              <a:t> them</a:t>
            </a:r>
            <a:r>
              <a:rPr sz="2750" spc="10" dirty="0">
                <a:latin typeface="Calibri"/>
                <a:cs typeface="Calibri"/>
              </a:rPr>
              <a:t> </a:t>
            </a:r>
            <a:r>
              <a:rPr sz="2750" spc="15" dirty="0">
                <a:latin typeface="Calibri"/>
                <a:cs typeface="Calibri"/>
              </a:rPr>
              <a:t>that</a:t>
            </a:r>
            <a:r>
              <a:rPr sz="2750" spc="25" dirty="0">
                <a:latin typeface="Calibri"/>
                <a:cs typeface="Calibri"/>
              </a:rPr>
              <a:t> </a:t>
            </a:r>
            <a:r>
              <a:rPr sz="2750" spc="10" dirty="0">
                <a:latin typeface="Calibri"/>
                <a:cs typeface="Calibri"/>
              </a:rPr>
              <a:t>the</a:t>
            </a:r>
            <a:r>
              <a:rPr sz="2750" spc="25" dirty="0">
                <a:latin typeface="Calibri"/>
                <a:cs typeface="Calibri"/>
              </a:rPr>
              <a:t> </a:t>
            </a:r>
            <a:r>
              <a:rPr sz="2750" spc="15" dirty="0">
                <a:latin typeface="Calibri"/>
                <a:cs typeface="Calibri"/>
              </a:rPr>
              <a:t>engine</a:t>
            </a:r>
            <a:r>
              <a:rPr sz="2750" spc="20" dirty="0">
                <a:latin typeface="Calibri"/>
                <a:cs typeface="Calibri"/>
              </a:rPr>
              <a:t> </a:t>
            </a:r>
            <a:r>
              <a:rPr sz="2750" spc="-5" dirty="0">
                <a:latin typeface="Calibri"/>
                <a:cs typeface="Calibri"/>
              </a:rPr>
              <a:t>will</a:t>
            </a:r>
            <a:r>
              <a:rPr sz="2750" spc="15" dirty="0">
                <a:latin typeface="Calibri"/>
                <a:cs typeface="Calibri"/>
              </a:rPr>
              <a:t> </a:t>
            </a:r>
            <a:r>
              <a:rPr sz="2750" spc="30" dirty="0">
                <a:latin typeface="Calibri"/>
                <a:cs typeface="Calibri"/>
              </a:rPr>
              <a:t>be</a:t>
            </a:r>
            <a:r>
              <a:rPr sz="2750" spc="25" dirty="0">
                <a:latin typeface="Calibri"/>
                <a:cs typeface="Calibri"/>
              </a:rPr>
              <a:t> </a:t>
            </a:r>
            <a:r>
              <a:rPr sz="2750" spc="-5" dirty="0">
                <a:latin typeface="Calibri"/>
                <a:cs typeface="Calibri"/>
              </a:rPr>
              <a:t>locked</a:t>
            </a:r>
            <a:r>
              <a:rPr sz="2750" spc="20" dirty="0">
                <a:latin typeface="Calibri"/>
                <a:cs typeface="Calibri"/>
              </a:rPr>
              <a:t> </a:t>
            </a:r>
            <a:r>
              <a:rPr sz="2750" spc="10" dirty="0">
                <a:latin typeface="Calibri"/>
                <a:cs typeface="Calibri"/>
              </a:rPr>
              <a:t>for</a:t>
            </a:r>
            <a:r>
              <a:rPr sz="2750" spc="-10" dirty="0">
                <a:latin typeface="Calibri"/>
                <a:cs typeface="Calibri"/>
              </a:rPr>
              <a:t> </a:t>
            </a:r>
            <a:r>
              <a:rPr sz="2750" spc="10" dirty="0">
                <a:latin typeface="Calibri"/>
                <a:cs typeface="Calibri"/>
              </a:rPr>
              <a:t>a</a:t>
            </a:r>
            <a:r>
              <a:rPr sz="2750" spc="-5" dirty="0">
                <a:latin typeface="Calibri"/>
                <a:cs typeface="Calibri"/>
              </a:rPr>
              <a:t> </a:t>
            </a:r>
            <a:r>
              <a:rPr sz="2750" spc="10" dirty="0">
                <a:latin typeface="Calibri"/>
                <a:cs typeface="Calibri"/>
              </a:rPr>
              <a:t>set</a:t>
            </a:r>
            <a:r>
              <a:rPr sz="2750" spc="30" dirty="0">
                <a:latin typeface="Calibri"/>
                <a:cs typeface="Calibri"/>
              </a:rPr>
              <a:t> </a:t>
            </a:r>
            <a:r>
              <a:rPr sz="2750" spc="20" dirty="0">
                <a:latin typeface="Calibri"/>
                <a:cs typeface="Calibri"/>
              </a:rPr>
              <a:t>period </a:t>
            </a:r>
            <a:r>
              <a:rPr sz="2750" spc="10" dirty="0">
                <a:latin typeface="Calibri"/>
                <a:cs typeface="Calibri"/>
              </a:rPr>
              <a:t>due</a:t>
            </a:r>
            <a:r>
              <a:rPr sz="2750" spc="20" dirty="0">
                <a:latin typeface="Calibri"/>
                <a:cs typeface="Calibri"/>
              </a:rPr>
              <a:t> </a:t>
            </a:r>
            <a:r>
              <a:rPr sz="2750" spc="-10" dirty="0">
                <a:latin typeface="Calibri"/>
                <a:cs typeface="Calibri"/>
              </a:rPr>
              <a:t>to</a:t>
            </a:r>
            <a:r>
              <a:rPr sz="2750" spc="20" dirty="0">
                <a:latin typeface="Calibri"/>
                <a:cs typeface="Calibri"/>
              </a:rPr>
              <a:t> </a:t>
            </a:r>
            <a:r>
              <a:rPr sz="2750" spc="35" dirty="0">
                <a:latin typeface="Calibri"/>
                <a:cs typeface="Calibri"/>
              </a:rPr>
              <a:t>the</a:t>
            </a:r>
            <a:r>
              <a:rPr sz="2750" spc="20" dirty="0">
                <a:latin typeface="Calibri"/>
                <a:cs typeface="Calibri"/>
              </a:rPr>
              <a:t> </a:t>
            </a:r>
            <a:r>
              <a:rPr sz="2750" spc="5" dirty="0">
                <a:latin typeface="Calibri"/>
                <a:cs typeface="Calibri"/>
              </a:rPr>
              <a:t>detected</a:t>
            </a:r>
            <a:r>
              <a:rPr sz="2750" spc="20" dirty="0">
                <a:latin typeface="Calibri"/>
                <a:cs typeface="Calibri"/>
              </a:rPr>
              <a:t> </a:t>
            </a:r>
            <a:r>
              <a:rPr sz="2750" spc="5" dirty="0">
                <a:latin typeface="Calibri"/>
                <a:cs typeface="Calibri"/>
              </a:rPr>
              <a:t>alcohol.</a:t>
            </a:r>
            <a:r>
              <a:rPr sz="2750" spc="25" dirty="0">
                <a:latin typeface="Calibri"/>
                <a:cs typeface="Calibri"/>
              </a:rPr>
              <a:t> </a:t>
            </a:r>
            <a:r>
              <a:rPr sz="2750" spc="5" dirty="0">
                <a:latin typeface="Calibri"/>
                <a:cs typeface="Calibri"/>
              </a:rPr>
              <a:t>This</a:t>
            </a:r>
            <a:r>
              <a:rPr sz="2750" spc="95" dirty="0">
                <a:latin typeface="Calibri"/>
                <a:cs typeface="Calibri"/>
              </a:rPr>
              <a:t> </a:t>
            </a:r>
            <a:r>
              <a:rPr sz="2750" spc="10" dirty="0">
                <a:latin typeface="Calibri"/>
                <a:cs typeface="Calibri"/>
              </a:rPr>
              <a:t>approach</a:t>
            </a:r>
            <a:r>
              <a:rPr sz="2750" spc="20" dirty="0">
                <a:latin typeface="Calibri"/>
                <a:cs typeface="Calibri"/>
              </a:rPr>
              <a:t> </a:t>
            </a:r>
            <a:r>
              <a:rPr sz="2750" spc="10" dirty="0">
                <a:latin typeface="Calibri"/>
                <a:cs typeface="Calibri"/>
              </a:rPr>
              <a:t>not </a:t>
            </a:r>
            <a:r>
              <a:rPr sz="2750" spc="15" dirty="0">
                <a:latin typeface="Calibri"/>
                <a:cs typeface="Calibri"/>
              </a:rPr>
              <a:t> only</a:t>
            </a:r>
            <a:r>
              <a:rPr sz="2750" spc="-5" dirty="0">
                <a:latin typeface="Calibri"/>
                <a:cs typeface="Calibri"/>
              </a:rPr>
              <a:t> </a:t>
            </a:r>
            <a:r>
              <a:rPr sz="2750" spc="15" dirty="0">
                <a:latin typeface="Calibri"/>
                <a:cs typeface="Calibri"/>
              </a:rPr>
              <a:t>ensures</a:t>
            </a:r>
            <a:r>
              <a:rPr sz="2750" spc="20" dirty="0">
                <a:latin typeface="Calibri"/>
                <a:cs typeface="Calibri"/>
              </a:rPr>
              <a:t> </a:t>
            </a:r>
            <a:r>
              <a:rPr sz="2750" spc="5" dirty="0">
                <a:latin typeface="Calibri"/>
                <a:cs typeface="Calibri"/>
              </a:rPr>
              <a:t>immediate</a:t>
            </a:r>
            <a:r>
              <a:rPr sz="2750" spc="25" dirty="0">
                <a:latin typeface="Calibri"/>
                <a:cs typeface="Calibri"/>
              </a:rPr>
              <a:t> </a:t>
            </a:r>
            <a:r>
              <a:rPr sz="2750" spc="20" dirty="0">
                <a:latin typeface="Calibri"/>
                <a:cs typeface="Calibri"/>
              </a:rPr>
              <a:t>action</a:t>
            </a:r>
            <a:r>
              <a:rPr sz="2750" spc="25" dirty="0">
                <a:latin typeface="Calibri"/>
                <a:cs typeface="Calibri"/>
              </a:rPr>
              <a:t> </a:t>
            </a:r>
            <a:r>
              <a:rPr sz="2750" spc="10" dirty="0">
                <a:latin typeface="Calibri"/>
                <a:cs typeface="Calibri"/>
              </a:rPr>
              <a:t>but</a:t>
            </a:r>
            <a:r>
              <a:rPr sz="2750" spc="30" dirty="0">
                <a:latin typeface="Calibri"/>
                <a:cs typeface="Calibri"/>
              </a:rPr>
              <a:t> </a:t>
            </a:r>
            <a:r>
              <a:rPr sz="2750" spc="10" dirty="0">
                <a:latin typeface="Calibri"/>
                <a:cs typeface="Calibri"/>
              </a:rPr>
              <a:t>also</a:t>
            </a:r>
            <a:r>
              <a:rPr sz="2750" spc="20" dirty="0">
                <a:latin typeface="Calibri"/>
                <a:cs typeface="Calibri"/>
              </a:rPr>
              <a:t> serves </a:t>
            </a:r>
            <a:r>
              <a:rPr sz="2750" spc="15" dirty="0">
                <a:latin typeface="Calibri"/>
                <a:cs typeface="Calibri"/>
              </a:rPr>
              <a:t>as</a:t>
            </a:r>
            <a:r>
              <a:rPr sz="2750" spc="20" dirty="0">
                <a:latin typeface="Calibri"/>
                <a:cs typeface="Calibri"/>
              </a:rPr>
              <a:t> </a:t>
            </a:r>
            <a:r>
              <a:rPr sz="2750" spc="10" dirty="0">
                <a:latin typeface="Calibri"/>
                <a:cs typeface="Calibri"/>
              </a:rPr>
              <a:t>a</a:t>
            </a:r>
            <a:r>
              <a:rPr sz="2750" dirty="0">
                <a:latin typeface="Calibri"/>
                <a:cs typeface="Calibri"/>
              </a:rPr>
              <a:t> </a:t>
            </a:r>
            <a:r>
              <a:rPr sz="2750" spc="5" dirty="0">
                <a:latin typeface="Calibri"/>
                <a:cs typeface="Calibri"/>
              </a:rPr>
              <a:t>deterrent</a:t>
            </a:r>
            <a:r>
              <a:rPr sz="2750" spc="30" dirty="0">
                <a:latin typeface="Calibri"/>
                <a:cs typeface="Calibri"/>
              </a:rPr>
              <a:t> </a:t>
            </a:r>
            <a:r>
              <a:rPr sz="2750" spc="-10" dirty="0">
                <a:latin typeface="Calibri"/>
                <a:cs typeface="Calibri"/>
              </a:rPr>
              <a:t>to</a:t>
            </a:r>
            <a:r>
              <a:rPr sz="2750" spc="20" dirty="0">
                <a:latin typeface="Calibri"/>
                <a:cs typeface="Calibri"/>
              </a:rPr>
              <a:t> </a:t>
            </a:r>
            <a:r>
              <a:rPr sz="2750" spc="5" dirty="0">
                <a:latin typeface="Calibri"/>
                <a:cs typeface="Calibri"/>
              </a:rPr>
              <a:t>drivers</a:t>
            </a:r>
            <a:r>
              <a:rPr sz="2750" spc="20" dirty="0">
                <a:latin typeface="Calibri"/>
                <a:cs typeface="Calibri"/>
              </a:rPr>
              <a:t> </a:t>
            </a:r>
            <a:r>
              <a:rPr sz="2750" spc="5" dirty="0">
                <a:latin typeface="Calibri"/>
                <a:cs typeface="Calibri"/>
              </a:rPr>
              <a:t>attempting</a:t>
            </a:r>
            <a:r>
              <a:rPr sz="2750" spc="25" dirty="0">
                <a:latin typeface="Calibri"/>
                <a:cs typeface="Calibri"/>
              </a:rPr>
              <a:t> </a:t>
            </a:r>
            <a:r>
              <a:rPr sz="2750" spc="-10" dirty="0">
                <a:latin typeface="Calibri"/>
                <a:cs typeface="Calibri"/>
              </a:rPr>
              <a:t>to</a:t>
            </a:r>
            <a:r>
              <a:rPr sz="2750" spc="20" dirty="0">
                <a:latin typeface="Calibri"/>
                <a:cs typeface="Calibri"/>
              </a:rPr>
              <a:t> </a:t>
            </a:r>
            <a:r>
              <a:rPr sz="2750" dirty="0">
                <a:latin typeface="Calibri"/>
                <a:cs typeface="Calibri"/>
              </a:rPr>
              <a:t>operate</a:t>
            </a:r>
            <a:r>
              <a:rPr sz="2750" spc="25" dirty="0">
                <a:latin typeface="Calibri"/>
                <a:cs typeface="Calibri"/>
              </a:rPr>
              <a:t> </a:t>
            </a:r>
            <a:r>
              <a:rPr sz="2750" spc="10" dirty="0">
                <a:latin typeface="Calibri"/>
                <a:cs typeface="Calibri"/>
              </a:rPr>
              <a:t>a</a:t>
            </a:r>
            <a:r>
              <a:rPr sz="2750" spc="-5" dirty="0">
                <a:latin typeface="Calibri"/>
                <a:cs typeface="Calibri"/>
              </a:rPr>
              <a:t> </a:t>
            </a:r>
            <a:r>
              <a:rPr sz="2750" spc="10" dirty="0">
                <a:latin typeface="Calibri"/>
                <a:cs typeface="Calibri"/>
              </a:rPr>
              <a:t>vehicle</a:t>
            </a:r>
            <a:r>
              <a:rPr sz="2750" spc="25" dirty="0">
                <a:latin typeface="Calibri"/>
                <a:cs typeface="Calibri"/>
              </a:rPr>
              <a:t> </a:t>
            </a:r>
            <a:r>
              <a:rPr sz="2750" spc="10" dirty="0">
                <a:latin typeface="Calibri"/>
                <a:cs typeface="Calibri"/>
              </a:rPr>
              <a:t>while </a:t>
            </a:r>
            <a:r>
              <a:rPr sz="2750" spc="-605" dirty="0">
                <a:latin typeface="Calibri"/>
                <a:cs typeface="Calibri"/>
              </a:rPr>
              <a:t> </a:t>
            </a:r>
            <a:r>
              <a:rPr sz="2750" spc="25" dirty="0">
                <a:latin typeface="Calibri"/>
                <a:cs typeface="Calibri"/>
              </a:rPr>
              <a:t>under</a:t>
            </a:r>
            <a:r>
              <a:rPr sz="2750" spc="-20" dirty="0">
                <a:latin typeface="Calibri"/>
                <a:cs typeface="Calibri"/>
              </a:rPr>
              <a:t> </a:t>
            </a:r>
            <a:r>
              <a:rPr sz="2750" spc="10" dirty="0">
                <a:latin typeface="Calibri"/>
                <a:cs typeface="Calibri"/>
              </a:rPr>
              <a:t>the</a:t>
            </a:r>
            <a:r>
              <a:rPr sz="2750" spc="15" dirty="0">
                <a:latin typeface="Calibri"/>
                <a:cs typeface="Calibri"/>
              </a:rPr>
              <a:t> influence </a:t>
            </a:r>
            <a:r>
              <a:rPr sz="2750" spc="-10" dirty="0">
                <a:latin typeface="Calibri"/>
                <a:cs typeface="Calibri"/>
              </a:rPr>
              <a:t>of</a:t>
            </a:r>
            <a:r>
              <a:rPr sz="2750" spc="25" dirty="0">
                <a:latin typeface="Calibri"/>
                <a:cs typeface="Calibri"/>
              </a:rPr>
              <a:t> </a:t>
            </a:r>
            <a:r>
              <a:rPr sz="2750" spc="5" dirty="0">
                <a:latin typeface="Calibri"/>
                <a:cs typeface="Calibri"/>
              </a:rPr>
              <a:t>alcohol.</a:t>
            </a:r>
            <a:endParaRPr sz="2750">
              <a:latin typeface="Calibri"/>
              <a:cs typeface="Calibri"/>
            </a:endParaRPr>
          </a:p>
        </p:txBody>
      </p:sp>
      <p:sp>
        <p:nvSpPr>
          <p:cNvPr id="3" name="object 3"/>
          <p:cNvSpPr txBox="1">
            <a:spLocks noGrp="1"/>
          </p:cNvSpPr>
          <p:nvPr>
            <p:ph type="title"/>
          </p:nvPr>
        </p:nvSpPr>
        <p:spPr>
          <a:xfrm>
            <a:off x="1221105" y="571580"/>
            <a:ext cx="15555594" cy="4432935"/>
          </a:xfrm>
          <a:prstGeom prst="rect">
            <a:avLst/>
          </a:prstGeom>
        </p:spPr>
        <p:txBody>
          <a:bodyPr vert="horz" wrap="square" lIns="0" tIns="245745" rIns="0" bIns="0" rtlCol="0">
            <a:spAutoFit/>
          </a:bodyPr>
          <a:lstStyle/>
          <a:p>
            <a:pPr marL="25400">
              <a:lnSpc>
                <a:spcPct val="100000"/>
              </a:lnSpc>
              <a:spcBef>
                <a:spcPts val="1935"/>
              </a:spcBef>
            </a:pPr>
            <a:r>
              <a:rPr sz="7200" spc="-5" dirty="0">
                <a:solidFill>
                  <a:srgbClr val="000000"/>
                </a:solidFill>
              </a:rPr>
              <a:t>Objective</a:t>
            </a:r>
            <a:endParaRPr sz="7200"/>
          </a:p>
          <a:p>
            <a:pPr marL="12700" marR="5080">
              <a:lnSpc>
                <a:spcPct val="102000"/>
              </a:lnSpc>
              <a:spcBef>
                <a:spcPts val="665"/>
              </a:spcBef>
            </a:pPr>
            <a:r>
              <a:rPr sz="2750" b="0" spc="20" dirty="0">
                <a:solidFill>
                  <a:srgbClr val="000000"/>
                </a:solidFill>
                <a:latin typeface="Calibri"/>
                <a:cs typeface="Calibri"/>
              </a:rPr>
              <a:t>The</a:t>
            </a:r>
            <a:r>
              <a:rPr sz="2750" b="0" spc="15" dirty="0">
                <a:solidFill>
                  <a:srgbClr val="000000"/>
                </a:solidFill>
                <a:latin typeface="Calibri"/>
                <a:cs typeface="Calibri"/>
              </a:rPr>
              <a:t> primary</a:t>
            </a:r>
            <a:r>
              <a:rPr sz="2750" b="0" dirty="0">
                <a:solidFill>
                  <a:srgbClr val="000000"/>
                </a:solidFill>
                <a:latin typeface="Calibri"/>
                <a:cs typeface="Calibri"/>
              </a:rPr>
              <a:t> </a:t>
            </a:r>
            <a:r>
              <a:rPr sz="2750" b="0" spc="10" dirty="0">
                <a:solidFill>
                  <a:srgbClr val="000000"/>
                </a:solidFill>
                <a:latin typeface="Calibri"/>
                <a:cs typeface="Calibri"/>
              </a:rPr>
              <a:t>objective</a:t>
            </a:r>
            <a:r>
              <a:rPr sz="2750" b="0" spc="20" dirty="0">
                <a:solidFill>
                  <a:srgbClr val="000000"/>
                </a:solidFill>
                <a:latin typeface="Calibri"/>
                <a:cs typeface="Calibri"/>
              </a:rPr>
              <a:t> </a:t>
            </a:r>
            <a:r>
              <a:rPr sz="2750" b="0" spc="25" dirty="0">
                <a:solidFill>
                  <a:srgbClr val="000000"/>
                </a:solidFill>
                <a:latin typeface="Calibri"/>
                <a:cs typeface="Calibri"/>
              </a:rPr>
              <a:t>of</a:t>
            </a:r>
            <a:r>
              <a:rPr sz="2750" b="0" spc="30" dirty="0">
                <a:solidFill>
                  <a:srgbClr val="000000"/>
                </a:solidFill>
                <a:latin typeface="Calibri"/>
                <a:cs typeface="Calibri"/>
              </a:rPr>
              <a:t> </a:t>
            </a:r>
            <a:r>
              <a:rPr sz="2750" b="0" dirty="0">
                <a:solidFill>
                  <a:srgbClr val="000000"/>
                </a:solidFill>
                <a:latin typeface="Calibri"/>
                <a:cs typeface="Calibri"/>
              </a:rPr>
              <a:t>this</a:t>
            </a:r>
            <a:r>
              <a:rPr sz="2750" b="0" spc="90" dirty="0">
                <a:solidFill>
                  <a:srgbClr val="000000"/>
                </a:solidFill>
                <a:latin typeface="Calibri"/>
                <a:cs typeface="Calibri"/>
              </a:rPr>
              <a:t> </a:t>
            </a:r>
            <a:r>
              <a:rPr sz="2750" b="0" spc="10" dirty="0">
                <a:solidFill>
                  <a:srgbClr val="000000"/>
                </a:solidFill>
                <a:latin typeface="Calibri"/>
                <a:cs typeface="Calibri"/>
              </a:rPr>
              <a:t>project</a:t>
            </a:r>
            <a:r>
              <a:rPr sz="2750" b="0" spc="25" dirty="0">
                <a:solidFill>
                  <a:srgbClr val="000000"/>
                </a:solidFill>
                <a:latin typeface="Calibri"/>
                <a:cs typeface="Calibri"/>
              </a:rPr>
              <a:t> </a:t>
            </a:r>
            <a:r>
              <a:rPr sz="2750" b="0" spc="-15" dirty="0">
                <a:solidFill>
                  <a:srgbClr val="000000"/>
                </a:solidFill>
                <a:latin typeface="Calibri"/>
                <a:cs typeface="Calibri"/>
              </a:rPr>
              <a:t>is</a:t>
            </a:r>
            <a:r>
              <a:rPr sz="2750" b="0" spc="10" dirty="0">
                <a:solidFill>
                  <a:srgbClr val="000000"/>
                </a:solidFill>
                <a:latin typeface="Calibri"/>
                <a:cs typeface="Calibri"/>
              </a:rPr>
              <a:t> </a:t>
            </a:r>
            <a:r>
              <a:rPr sz="2750" b="0" spc="30" dirty="0">
                <a:solidFill>
                  <a:srgbClr val="000000"/>
                </a:solidFill>
                <a:latin typeface="Calibri"/>
                <a:cs typeface="Calibri"/>
              </a:rPr>
              <a:t>to</a:t>
            </a:r>
            <a:r>
              <a:rPr sz="2750" b="0" spc="15" dirty="0">
                <a:solidFill>
                  <a:srgbClr val="000000"/>
                </a:solidFill>
                <a:latin typeface="Calibri"/>
                <a:cs typeface="Calibri"/>
              </a:rPr>
              <a:t> design</a:t>
            </a:r>
            <a:r>
              <a:rPr sz="2750" b="0" spc="20" dirty="0">
                <a:solidFill>
                  <a:srgbClr val="000000"/>
                </a:solidFill>
                <a:latin typeface="Calibri"/>
                <a:cs typeface="Calibri"/>
              </a:rPr>
              <a:t> </a:t>
            </a:r>
            <a:r>
              <a:rPr sz="2750" b="0" spc="5" dirty="0">
                <a:solidFill>
                  <a:srgbClr val="000000"/>
                </a:solidFill>
                <a:latin typeface="Calibri"/>
                <a:cs typeface="Calibri"/>
              </a:rPr>
              <a:t>and</a:t>
            </a:r>
            <a:r>
              <a:rPr sz="2750" b="0" spc="20" dirty="0">
                <a:solidFill>
                  <a:srgbClr val="000000"/>
                </a:solidFill>
                <a:latin typeface="Calibri"/>
                <a:cs typeface="Calibri"/>
              </a:rPr>
              <a:t> </a:t>
            </a:r>
            <a:r>
              <a:rPr sz="2750" b="0" spc="15" dirty="0">
                <a:solidFill>
                  <a:srgbClr val="000000"/>
                </a:solidFill>
                <a:latin typeface="Calibri"/>
                <a:cs typeface="Calibri"/>
              </a:rPr>
              <a:t>implement</a:t>
            </a:r>
            <a:r>
              <a:rPr sz="2750" b="0" spc="25" dirty="0">
                <a:solidFill>
                  <a:srgbClr val="000000"/>
                </a:solidFill>
                <a:latin typeface="Calibri"/>
                <a:cs typeface="Calibri"/>
              </a:rPr>
              <a:t> </a:t>
            </a:r>
            <a:r>
              <a:rPr sz="2750" b="0" spc="20" dirty="0">
                <a:solidFill>
                  <a:srgbClr val="000000"/>
                </a:solidFill>
                <a:latin typeface="Calibri"/>
                <a:cs typeface="Calibri"/>
              </a:rPr>
              <a:t>an</a:t>
            </a:r>
            <a:r>
              <a:rPr sz="2750" b="0" spc="15" dirty="0">
                <a:solidFill>
                  <a:srgbClr val="000000"/>
                </a:solidFill>
                <a:latin typeface="Calibri"/>
                <a:cs typeface="Calibri"/>
              </a:rPr>
              <a:t> </a:t>
            </a:r>
            <a:r>
              <a:rPr sz="2750" b="0" spc="10" dirty="0">
                <a:solidFill>
                  <a:srgbClr val="000000"/>
                </a:solidFill>
                <a:latin typeface="Calibri"/>
                <a:cs typeface="Calibri"/>
              </a:rPr>
              <a:t>alcohol</a:t>
            </a:r>
            <a:r>
              <a:rPr sz="2750" b="0" spc="15" dirty="0">
                <a:solidFill>
                  <a:srgbClr val="000000"/>
                </a:solidFill>
                <a:latin typeface="Calibri"/>
                <a:cs typeface="Calibri"/>
              </a:rPr>
              <a:t> </a:t>
            </a:r>
            <a:r>
              <a:rPr sz="2750" b="0" spc="5" dirty="0">
                <a:solidFill>
                  <a:srgbClr val="000000"/>
                </a:solidFill>
                <a:latin typeface="Calibri"/>
                <a:cs typeface="Calibri"/>
              </a:rPr>
              <a:t>detection</a:t>
            </a:r>
            <a:r>
              <a:rPr sz="2750" b="0" spc="20" dirty="0">
                <a:solidFill>
                  <a:srgbClr val="000000"/>
                </a:solidFill>
                <a:latin typeface="Calibri"/>
                <a:cs typeface="Calibri"/>
              </a:rPr>
              <a:t> </a:t>
            </a:r>
            <a:r>
              <a:rPr sz="2750" b="0" spc="-15" dirty="0">
                <a:solidFill>
                  <a:srgbClr val="000000"/>
                </a:solidFill>
                <a:latin typeface="Calibri"/>
                <a:cs typeface="Calibri"/>
              </a:rPr>
              <a:t>system</a:t>
            </a:r>
            <a:r>
              <a:rPr sz="2750" b="0" spc="85" dirty="0">
                <a:solidFill>
                  <a:srgbClr val="000000"/>
                </a:solidFill>
                <a:latin typeface="Calibri"/>
                <a:cs typeface="Calibri"/>
              </a:rPr>
              <a:t> </a:t>
            </a:r>
            <a:r>
              <a:rPr sz="2750" b="0" spc="-5" dirty="0">
                <a:solidFill>
                  <a:srgbClr val="000000"/>
                </a:solidFill>
                <a:latin typeface="Calibri"/>
                <a:cs typeface="Calibri"/>
              </a:rPr>
              <a:t>that </a:t>
            </a:r>
            <a:r>
              <a:rPr sz="2750" b="0" dirty="0">
                <a:solidFill>
                  <a:srgbClr val="000000"/>
                </a:solidFill>
                <a:latin typeface="Calibri"/>
                <a:cs typeface="Calibri"/>
              </a:rPr>
              <a:t> </a:t>
            </a:r>
            <a:r>
              <a:rPr sz="2750" b="0" spc="5" dirty="0">
                <a:solidFill>
                  <a:srgbClr val="000000"/>
                </a:solidFill>
                <a:latin typeface="Calibri"/>
                <a:cs typeface="Calibri"/>
              </a:rPr>
              <a:t>automatically</a:t>
            </a:r>
            <a:r>
              <a:rPr sz="2750" b="0" spc="-5" dirty="0">
                <a:solidFill>
                  <a:srgbClr val="000000"/>
                </a:solidFill>
                <a:latin typeface="Calibri"/>
                <a:cs typeface="Calibri"/>
              </a:rPr>
              <a:t> </a:t>
            </a:r>
            <a:r>
              <a:rPr sz="2750" b="0" spc="10" dirty="0">
                <a:solidFill>
                  <a:srgbClr val="000000"/>
                </a:solidFill>
                <a:latin typeface="Calibri"/>
                <a:cs typeface="Calibri"/>
              </a:rPr>
              <a:t>prevents</a:t>
            </a:r>
            <a:r>
              <a:rPr sz="2750" b="0" spc="15" dirty="0">
                <a:solidFill>
                  <a:srgbClr val="000000"/>
                </a:solidFill>
                <a:latin typeface="Calibri"/>
                <a:cs typeface="Calibri"/>
              </a:rPr>
              <a:t> </a:t>
            </a:r>
            <a:r>
              <a:rPr sz="2750" b="0" spc="20" dirty="0">
                <a:solidFill>
                  <a:srgbClr val="000000"/>
                </a:solidFill>
                <a:latin typeface="Calibri"/>
                <a:cs typeface="Calibri"/>
              </a:rPr>
              <a:t>drunk</a:t>
            </a:r>
            <a:r>
              <a:rPr sz="2750" b="0" spc="-10" dirty="0">
                <a:solidFill>
                  <a:srgbClr val="000000"/>
                </a:solidFill>
                <a:latin typeface="Calibri"/>
                <a:cs typeface="Calibri"/>
              </a:rPr>
              <a:t> </a:t>
            </a:r>
            <a:r>
              <a:rPr sz="2750" b="0" spc="10" dirty="0">
                <a:solidFill>
                  <a:srgbClr val="000000"/>
                </a:solidFill>
                <a:latin typeface="Calibri"/>
                <a:cs typeface="Calibri"/>
              </a:rPr>
              <a:t>driving</a:t>
            </a:r>
            <a:r>
              <a:rPr sz="2750" b="0" spc="25" dirty="0">
                <a:solidFill>
                  <a:srgbClr val="000000"/>
                </a:solidFill>
                <a:latin typeface="Calibri"/>
                <a:cs typeface="Calibri"/>
              </a:rPr>
              <a:t> </a:t>
            </a:r>
            <a:r>
              <a:rPr sz="2750" b="0" spc="30" dirty="0">
                <a:solidFill>
                  <a:srgbClr val="000000"/>
                </a:solidFill>
                <a:latin typeface="Calibri"/>
                <a:cs typeface="Calibri"/>
              </a:rPr>
              <a:t>by</a:t>
            </a:r>
            <a:r>
              <a:rPr sz="2750" b="0" spc="-5" dirty="0">
                <a:solidFill>
                  <a:srgbClr val="000000"/>
                </a:solidFill>
                <a:latin typeface="Calibri"/>
                <a:cs typeface="Calibri"/>
              </a:rPr>
              <a:t> </a:t>
            </a:r>
            <a:r>
              <a:rPr sz="2750" b="0" spc="10" dirty="0">
                <a:solidFill>
                  <a:srgbClr val="000000"/>
                </a:solidFill>
                <a:latin typeface="Calibri"/>
                <a:cs typeface="Calibri"/>
              </a:rPr>
              <a:t>detecting</a:t>
            </a:r>
            <a:r>
              <a:rPr sz="2750" b="0" spc="20" dirty="0">
                <a:solidFill>
                  <a:srgbClr val="000000"/>
                </a:solidFill>
                <a:latin typeface="Calibri"/>
                <a:cs typeface="Calibri"/>
              </a:rPr>
              <a:t> </a:t>
            </a:r>
            <a:r>
              <a:rPr sz="2750" b="0" spc="10" dirty="0">
                <a:solidFill>
                  <a:srgbClr val="000000"/>
                </a:solidFill>
                <a:latin typeface="Calibri"/>
                <a:cs typeface="Calibri"/>
              </a:rPr>
              <a:t>the</a:t>
            </a:r>
            <a:r>
              <a:rPr sz="2750" b="0" spc="25" dirty="0">
                <a:solidFill>
                  <a:srgbClr val="000000"/>
                </a:solidFill>
                <a:latin typeface="Calibri"/>
                <a:cs typeface="Calibri"/>
              </a:rPr>
              <a:t> </a:t>
            </a:r>
            <a:r>
              <a:rPr sz="2750" b="0" spc="10" dirty="0">
                <a:solidFill>
                  <a:srgbClr val="000000"/>
                </a:solidFill>
                <a:latin typeface="Calibri"/>
                <a:cs typeface="Calibri"/>
              </a:rPr>
              <a:t>alcohol</a:t>
            </a:r>
            <a:r>
              <a:rPr sz="2750" b="0" spc="15" dirty="0">
                <a:solidFill>
                  <a:srgbClr val="000000"/>
                </a:solidFill>
                <a:latin typeface="Calibri"/>
                <a:cs typeface="Calibri"/>
              </a:rPr>
              <a:t> </a:t>
            </a:r>
            <a:r>
              <a:rPr sz="2750" b="0" spc="10" dirty="0">
                <a:solidFill>
                  <a:srgbClr val="000000"/>
                </a:solidFill>
                <a:latin typeface="Calibri"/>
                <a:cs typeface="Calibri"/>
              </a:rPr>
              <a:t>concentration</a:t>
            </a:r>
            <a:r>
              <a:rPr sz="2750" b="0" spc="25" dirty="0">
                <a:solidFill>
                  <a:srgbClr val="000000"/>
                </a:solidFill>
                <a:latin typeface="Calibri"/>
                <a:cs typeface="Calibri"/>
              </a:rPr>
              <a:t> </a:t>
            </a:r>
            <a:r>
              <a:rPr sz="2750" b="0" spc="-10" dirty="0">
                <a:solidFill>
                  <a:srgbClr val="000000"/>
                </a:solidFill>
                <a:latin typeface="Calibri"/>
                <a:cs typeface="Calibri"/>
              </a:rPr>
              <a:t>in</a:t>
            </a:r>
            <a:r>
              <a:rPr sz="2750" b="0" spc="90" dirty="0">
                <a:solidFill>
                  <a:srgbClr val="000000"/>
                </a:solidFill>
                <a:latin typeface="Calibri"/>
                <a:cs typeface="Calibri"/>
              </a:rPr>
              <a:t> </a:t>
            </a:r>
            <a:r>
              <a:rPr sz="2750" b="0" spc="10" dirty="0">
                <a:solidFill>
                  <a:srgbClr val="000000"/>
                </a:solidFill>
                <a:latin typeface="Calibri"/>
                <a:cs typeface="Calibri"/>
              </a:rPr>
              <a:t>the</a:t>
            </a:r>
            <a:r>
              <a:rPr sz="2750" b="0" spc="20" dirty="0">
                <a:solidFill>
                  <a:srgbClr val="000000"/>
                </a:solidFill>
                <a:latin typeface="Calibri"/>
                <a:cs typeface="Calibri"/>
              </a:rPr>
              <a:t> </a:t>
            </a:r>
            <a:r>
              <a:rPr sz="2750" b="0" spc="5" dirty="0">
                <a:solidFill>
                  <a:srgbClr val="000000"/>
                </a:solidFill>
                <a:latin typeface="Calibri"/>
                <a:cs typeface="Calibri"/>
              </a:rPr>
              <a:t>driver's</a:t>
            </a:r>
            <a:r>
              <a:rPr sz="2750" b="0" spc="15" dirty="0">
                <a:solidFill>
                  <a:srgbClr val="000000"/>
                </a:solidFill>
                <a:latin typeface="Calibri"/>
                <a:cs typeface="Calibri"/>
              </a:rPr>
              <a:t> </a:t>
            </a:r>
            <a:r>
              <a:rPr sz="2750" b="0" spc="10" dirty="0">
                <a:solidFill>
                  <a:srgbClr val="000000"/>
                </a:solidFill>
                <a:latin typeface="Calibri"/>
                <a:cs typeface="Calibri"/>
              </a:rPr>
              <a:t>breath.</a:t>
            </a:r>
            <a:r>
              <a:rPr sz="2750" b="0" spc="25" dirty="0">
                <a:solidFill>
                  <a:srgbClr val="000000"/>
                </a:solidFill>
                <a:latin typeface="Calibri"/>
                <a:cs typeface="Calibri"/>
              </a:rPr>
              <a:t> </a:t>
            </a:r>
            <a:r>
              <a:rPr sz="2750" b="0" spc="15" dirty="0">
                <a:solidFill>
                  <a:srgbClr val="000000"/>
                </a:solidFill>
                <a:latin typeface="Calibri"/>
                <a:cs typeface="Calibri"/>
              </a:rPr>
              <a:t>Drunk </a:t>
            </a:r>
            <a:r>
              <a:rPr sz="2750" b="0" spc="20" dirty="0">
                <a:solidFill>
                  <a:srgbClr val="000000"/>
                </a:solidFill>
                <a:latin typeface="Calibri"/>
                <a:cs typeface="Calibri"/>
              </a:rPr>
              <a:t> </a:t>
            </a:r>
            <a:r>
              <a:rPr sz="2750" b="0" spc="10" dirty="0">
                <a:solidFill>
                  <a:srgbClr val="000000"/>
                </a:solidFill>
                <a:latin typeface="Calibri"/>
                <a:cs typeface="Calibri"/>
              </a:rPr>
              <a:t>driving</a:t>
            </a:r>
            <a:r>
              <a:rPr sz="2750" b="0" spc="20" dirty="0">
                <a:solidFill>
                  <a:srgbClr val="000000"/>
                </a:solidFill>
                <a:latin typeface="Calibri"/>
                <a:cs typeface="Calibri"/>
              </a:rPr>
              <a:t> </a:t>
            </a:r>
            <a:r>
              <a:rPr sz="2750" b="0" spc="25" dirty="0">
                <a:solidFill>
                  <a:srgbClr val="000000"/>
                </a:solidFill>
                <a:latin typeface="Calibri"/>
                <a:cs typeface="Calibri"/>
              </a:rPr>
              <a:t>poses</a:t>
            </a:r>
            <a:r>
              <a:rPr sz="2750" b="0" spc="20" dirty="0">
                <a:solidFill>
                  <a:srgbClr val="000000"/>
                </a:solidFill>
                <a:latin typeface="Calibri"/>
                <a:cs typeface="Calibri"/>
              </a:rPr>
              <a:t> </a:t>
            </a:r>
            <a:r>
              <a:rPr sz="2750" b="0" spc="5" dirty="0">
                <a:solidFill>
                  <a:srgbClr val="000000"/>
                </a:solidFill>
                <a:latin typeface="Calibri"/>
                <a:cs typeface="Calibri"/>
              </a:rPr>
              <a:t>significant</a:t>
            </a:r>
            <a:r>
              <a:rPr sz="2750" b="0" spc="25" dirty="0">
                <a:solidFill>
                  <a:srgbClr val="000000"/>
                </a:solidFill>
                <a:latin typeface="Calibri"/>
                <a:cs typeface="Calibri"/>
              </a:rPr>
              <a:t> </a:t>
            </a:r>
            <a:r>
              <a:rPr sz="2750" b="0" spc="10" dirty="0">
                <a:solidFill>
                  <a:srgbClr val="000000"/>
                </a:solidFill>
                <a:latin typeface="Calibri"/>
                <a:cs typeface="Calibri"/>
              </a:rPr>
              <a:t>risks</a:t>
            </a:r>
            <a:r>
              <a:rPr sz="2750" b="0" spc="20" dirty="0">
                <a:solidFill>
                  <a:srgbClr val="000000"/>
                </a:solidFill>
                <a:latin typeface="Calibri"/>
                <a:cs typeface="Calibri"/>
              </a:rPr>
              <a:t> </a:t>
            </a:r>
            <a:r>
              <a:rPr sz="2750" b="0" spc="25" dirty="0">
                <a:solidFill>
                  <a:srgbClr val="000000"/>
                </a:solidFill>
                <a:latin typeface="Calibri"/>
                <a:cs typeface="Calibri"/>
              </a:rPr>
              <a:t>on</a:t>
            </a:r>
            <a:r>
              <a:rPr sz="2750" b="0" spc="20" dirty="0">
                <a:solidFill>
                  <a:srgbClr val="000000"/>
                </a:solidFill>
                <a:latin typeface="Calibri"/>
                <a:cs typeface="Calibri"/>
              </a:rPr>
              <a:t> </a:t>
            </a:r>
            <a:r>
              <a:rPr sz="2750" b="0" spc="10" dirty="0">
                <a:solidFill>
                  <a:srgbClr val="000000"/>
                </a:solidFill>
                <a:latin typeface="Calibri"/>
                <a:cs typeface="Calibri"/>
              </a:rPr>
              <a:t>the</a:t>
            </a:r>
            <a:r>
              <a:rPr sz="2750" b="0" spc="25" dirty="0">
                <a:solidFill>
                  <a:srgbClr val="000000"/>
                </a:solidFill>
                <a:latin typeface="Calibri"/>
                <a:cs typeface="Calibri"/>
              </a:rPr>
              <a:t> </a:t>
            </a:r>
            <a:r>
              <a:rPr sz="2750" b="0" spc="10" dirty="0">
                <a:solidFill>
                  <a:srgbClr val="000000"/>
                </a:solidFill>
                <a:latin typeface="Calibri"/>
                <a:cs typeface="Calibri"/>
              </a:rPr>
              <a:t>road,</a:t>
            </a:r>
            <a:r>
              <a:rPr sz="2750" b="0" spc="40" dirty="0">
                <a:solidFill>
                  <a:srgbClr val="000000"/>
                </a:solidFill>
                <a:latin typeface="Calibri"/>
                <a:cs typeface="Calibri"/>
              </a:rPr>
              <a:t> </a:t>
            </a:r>
            <a:r>
              <a:rPr sz="2750" b="0" spc="5" dirty="0">
                <a:solidFill>
                  <a:srgbClr val="000000"/>
                </a:solidFill>
                <a:latin typeface="Calibri"/>
                <a:cs typeface="Calibri"/>
              </a:rPr>
              <a:t>leading</a:t>
            </a:r>
            <a:r>
              <a:rPr sz="2750" b="0" spc="20" dirty="0">
                <a:solidFill>
                  <a:srgbClr val="000000"/>
                </a:solidFill>
                <a:latin typeface="Calibri"/>
                <a:cs typeface="Calibri"/>
              </a:rPr>
              <a:t> </a:t>
            </a:r>
            <a:r>
              <a:rPr sz="2750" b="0" spc="-10" dirty="0">
                <a:solidFill>
                  <a:srgbClr val="000000"/>
                </a:solidFill>
                <a:latin typeface="Calibri"/>
                <a:cs typeface="Calibri"/>
              </a:rPr>
              <a:t>to</a:t>
            </a:r>
            <a:r>
              <a:rPr sz="2750" b="0" spc="90" dirty="0">
                <a:solidFill>
                  <a:srgbClr val="000000"/>
                </a:solidFill>
                <a:latin typeface="Calibri"/>
                <a:cs typeface="Calibri"/>
              </a:rPr>
              <a:t> </a:t>
            </a:r>
            <a:r>
              <a:rPr sz="2750" b="0" spc="5" dirty="0">
                <a:solidFill>
                  <a:srgbClr val="000000"/>
                </a:solidFill>
                <a:latin typeface="Calibri"/>
                <a:cs typeface="Calibri"/>
              </a:rPr>
              <a:t>accidents,</a:t>
            </a:r>
            <a:r>
              <a:rPr sz="2750" b="0" spc="40" dirty="0">
                <a:solidFill>
                  <a:srgbClr val="000000"/>
                </a:solidFill>
                <a:latin typeface="Calibri"/>
                <a:cs typeface="Calibri"/>
              </a:rPr>
              <a:t> </a:t>
            </a:r>
            <a:r>
              <a:rPr sz="2750" b="0" spc="15" dirty="0">
                <a:solidFill>
                  <a:srgbClr val="000000"/>
                </a:solidFill>
                <a:latin typeface="Calibri"/>
                <a:cs typeface="Calibri"/>
              </a:rPr>
              <a:t>injuries,</a:t>
            </a:r>
            <a:r>
              <a:rPr sz="2750" b="0" spc="-35" dirty="0">
                <a:solidFill>
                  <a:srgbClr val="000000"/>
                </a:solidFill>
                <a:latin typeface="Calibri"/>
                <a:cs typeface="Calibri"/>
              </a:rPr>
              <a:t> </a:t>
            </a:r>
            <a:r>
              <a:rPr sz="2750" b="0" spc="30" dirty="0">
                <a:solidFill>
                  <a:srgbClr val="000000"/>
                </a:solidFill>
                <a:latin typeface="Calibri"/>
                <a:cs typeface="Calibri"/>
              </a:rPr>
              <a:t>and</a:t>
            </a:r>
            <a:r>
              <a:rPr sz="2750" b="0" spc="25" dirty="0">
                <a:solidFill>
                  <a:srgbClr val="000000"/>
                </a:solidFill>
                <a:latin typeface="Calibri"/>
                <a:cs typeface="Calibri"/>
              </a:rPr>
              <a:t> </a:t>
            </a:r>
            <a:r>
              <a:rPr sz="2750" b="0" spc="-5" dirty="0">
                <a:solidFill>
                  <a:srgbClr val="000000"/>
                </a:solidFill>
                <a:latin typeface="Calibri"/>
                <a:cs typeface="Calibri"/>
              </a:rPr>
              <a:t>fatalities.</a:t>
            </a:r>
            <a:r>
              <a:rPr sz="2750" b="0" spc="25" dirty="0">
                <a:solidFill>
                  <a:srgbClr val="000000"/>
                </a:solidFill>
                <a:latin typeface="Calibri"/>
                <a:cs typeface="Calibri"/>
              </a:rPr>
              <a:t> </a:t>
            </a:r>
            <a:r>
              <a:rPr sz="2750" b="0" spc="10" dirty="0">
                <a:solidFill>
                  <a:srgbClr val="000000"/>
                </a:solidFill>
                <a:latin typeface="Calibri"/>
                <a:cs typeface="Calibri"/>
              </a:rPr>
              <a:t>Current</a:t>
            </a:r>
            <a:r>
              <a:rPr sz="2750" b="0" spc="30" dirty="0">
                <a:solidFill>
                  <a:srgbClr val="000000"/>
                </a:solidFill>
                <a:latin typeface="Calibri"/>
                <a:cs typeface="Calibri"/>
              </a:rPr>
              <a:t> </a:t>
            </a:r>
            <a:r>
              <a:rPr sz="2750" b="0" spc="20" dirty="0">
                <a:solidFill>
                  <a:srgbClr val="000000"/>
                </a:solidFill>
                <a:latin typeface="Calibri"/>
                <a:cs typeface="Calibri"/>
              </a:rPr>
              <a:t>methods</a:t>
            </a:r>
            <a:r>
              <a:rPr sz="2750" b="0" spc="15" dirty="0">
                <a:solidFill>
                  <a:srgbClr val="000000"/>
                </a:solidFill>
                <a:latin typeface="Calibri"/>
                <a:cs typeface="Calibri"/>
              </a:rPr>
              <a:t> </a:t>
            </a:r>
            <a:r>
              <a:rPr sz="2750" b="0" spc="-10" dirty="0">
                <a:solidFill>
                  <a:srgbClr val="000000"/>
                </a:solidFill>
                <a:latin typeface="Calibri"/>
                <a:cs typeface="Calibri"/>
              </a:rPr>
              <a:t>of </a:t>
            </a:r>
            <a:r>
              <a:rPr sz="2750" b="0" spc="-5" dirty="0">
                <a:solidFill>
                  <a:srgbClr val="000000"/>
                </a:solidFill>
                <a:latin typeface="Calibri"/>
                <a:cs typeface="Calibri"/>
              </a:rPr>
              <a:t> </a:t>
            </a:r>
            <a:r>
              <a:rPr sz="2750" b="0" spc="10" dirty="0">
                <a:solidFill>
                  <a:srgbClr val="000000"/>
                </a:solidFill>
                <a:latin typeface="Calibri"/>
                <a:cs typeface="Calibri"/>
              </a:rPr>
              <a:t>detecting</a:t>
            </a:r>
            <a:r>
              <a:rPr sz="2750" b="0" spc="20" dirty="0">
                <a:solidFill>
                  <a:srgbClr val="000000"/>
                </a:solidFill>
                <a:latin typeface="Calibri"/>
                <a:cs typeface="Calibri"/>
              </a:rPr>
              <a:t> drunk</a:t>
            </a:r>
            <a:r>
              <a:rPr sz="2750" b="0" spc="65" dirty="0">
                <a:solidFill>
                  <a:srgbClr val="000000"/>
                </a:solidFill>
                <a:latin typeface="Calibri"/>
                <a:cs typeface="Calibri"/>
              </a:rPr>
              <a:t> </a:t>
            </a:r>
            <a:r>
              <a:rPr sz="2750" b="0" spc="10" dirty="0">
                <a:solidFill>
                  <a:srgbClr val="000000"/>
                </a:solidFill>
                <a:latin typeface="Calibri"/>
                <a:cs typeface="Calibri"/>
              </a:rPr>
              <a:t>driving</a:t>
            </a:r>
            <a:r>
              <a:rPr sz="2750" b="0" spc="25" dirty="0">
                <a:solidFill>
                  <a:srgbClr val="000000"/>
                </a:solidFill>
                <a:latin typeface="Calibri"/>
                <a:cs typeface="Calibri"/>
              </a:rPr>
              <a:t> </a:t>
            </a:r>
            <a:r>
              <a:rPr sz="2750" b="0" spc="-10" dirty="0">
                <a:solidFill>
                  <a:srgbClr val="000000"/>
                </a:solidFill>
                <a:latin typeface="Calibri"/>
                <a:cs typeface="Calibri"/>
              </a:rPr>
              <a:t>involve</a:t>
            </a:r>
            <a:r>
              <a:rPr sz="2750" b="0" spc="20" dirty="0">
                <a:solidFill>
                  <a:srgbClr val="000000"/>
                </a:solidFill>
                <a:latin typeface="Calibri"/>
                <a:cs typeface="Calibri"/>
              </a:rPr>
              <a:t> manual </a:t>
            </a:r>
            <a:r>
              <a:rPr sz="2750" b="0" spc="10" dirty="0">
                <a:solidFill>
                  <a:srgbClr val="000000"/>
                </a:solidFill>
                <a:latin typeface="Calibri"/>
                <a:cs typeface="Calibri"/>
              </a:rPr>
              <a:t>intervention,</a:t>
            </a:r>
            <a:r>
              <a:rPr sz="2750" b="0" spc="-30" dirty="0">
                <a:solidFill>
                  <a:srgbClr val="000000"/>
                </a:solidFill>
                <a:latin typeface="Calibri"/>
                <a:cs typeface="Calibri"/>
              </a:rPr>
              <a:t> </a:t>
            </a:r>
            <a:r>
              <a:rPr sz="2750" b="0" spc="35" dirty="0">
                <a:solidFill>
                  <a:srgbClr val="000000"/>
                </a:solidFill>
                <a:latin typeface="Calibri"/>
                <a:cs typeface="Calibri"/>
              </a:rPr>
              <a:t>such</a:t>
            </a:r>
            <a:r>
              <a:rPr sz="2750" b="0" spc="20" dirty="0">
                <a:solidFill>
                  <a:srgbClr val="000000"/>
                </a:solidFill>
                <a:latin typeface="Calibri"/>
                <a:cs typeface="Calibri"/>
              </a:rPr>
              <a:t> </a:t>
            </a:r>
            <a:r>
              <a:rPr sz="2750" b="0" spc="15" dirty="0">
                <a:solidFill>
                  <a:srgbClr val="000000"/>
                </a:solidFill>
                <a:latin typeface="Calibri"/>
                <a:cs typeface="Calibri"/>
              </a:rPr>
              <a:t>as</a:t>
            </a:r>
            <a:r>
              <a:rPr sz="2750" b="0" spc="20" dirty="0">
                <a:solidFill>
                  <a:srgbClr val="000000"/>
                </a:solidFill>
                <a:latin typeface="Calibri"/>
                <a:cs typeface="Calibri"/>
              </a:rPr>
              <a:t> </a:t>
            </a:r>
            <a:r>
              <a:rPr sz="2750" b="0" spc="10" dirty="0">
                <a:solidFill>
                  <a:srgbClr val="000000"/>
                </a:solidFill>
                <a:latin typeface="Calibri"/>
                <a:cs typeface="Calibri"/>
              </a:rPr>
              <a:t>random</a:t>
            </a:r>
            <a:r>
              <a:rPr sz="2750" b="0" spc="15" dirty="0">
                <a:solidFill>
                  <a:srgbClr val="000000"/>
                </a:solidFill>
                <a:latin typeface="Calibri"/>
                <a:cs typeface="Calibri"/>
              </a:rPr>
              <a:t> checks </a:t>
            </a:r>
            <a:r>
              <a:rPr sz="2750" b="0" spc="5" dirty="0">
                <a:solidFill>
                  <a:srgbClr val="000000"/>
                </a:solidFill>
                <a:latin typeface="Calibri"/>
                <a:cs typeface="Calibri"/>
              </a:rPr>
              <a:t>and</a:t>
            </a:r>
            <a:r>
              <a:rPr sz="2750" b="0" spc="95" dirty="0">
                <a:solidFill>
                  <a:srgbClr val="000000"/>
                </a:solidFill>
                <a:latin typeface="Calibri"/>
                <a:cs typeface="Calibri"/>
              </a:rPr>
              <a:t> </a:t>
            </a:r>
            <a:r>
              <a:rPr sz="2750" b="0" spc="10" dirty="0">
                <a:solidFill>
                  <a:srgbClr val="000000"/>
                </a:solidFill>
                <a:latin typeface="Calibri"/>
                <a:cs typeface="Calibri"/>
              </a:rPr>
              <a:t>the</a:t>
            </a:r>
            <a:r>
              <a:rPr sz="2750" b="0" spc="25" dirty="0">
                <a:solidFill>
                  <a:srgbClr val="000000"/>
                </a:solidFill>
                <a:latin typeface="Calibri"/>
                <a:cs typeface="Calibri"/>
              </a:rPr>
              <a:t> </a:t>
            </a:r>
            <a:r>
              <a:rPr sz="2750" b="0" spc="10" dirty="0">
                <a:solidFill>
                  <a:srgbClr val="000000"/>
                </a:solidFill>
                <a:latin typeface="Calibri"/>
                <a:cs typeface="Calibri"/>
              </a:rPr>
              <a:t>use</a:t>
            </a:r>
            <a:r>
              <a:rPr sz="2750" b="0" spc="20" dirty="0">
                <a:solidFill>
                  <a:srgbClr val="000000"/>
                </a:solidFill>
                <a:latin typeface="Calibri"/>
                <a:cs typeface="Calibri"/>
              </a:rPr>
              <a:t> </a:t>
            </a:r>
            <a:r>
              <a:rPr sz="2750" b="0" spc="25" dirty="0">
                <a:solidFill>
                  <a:srgbClr val="000000"/>
                </a:solidFill>
                <a:latin typeface="Calibri"/>
                <a:cs typeface="Calibri"/>
              </a:rPr>
              <a:t>of</a:t>
            </a:r>
            <a:r>
              <a:rPr sz="2750" b="0" spc="35" dirty="0">
                <a:solidFill>
                  <a:srgbClr val="000000"/>
                </a:solidFill>
                <a:latin typeface="Calibri"/>
                <a:cs typeface="Calibri"/>
              </a:rPr>
              <a:t> </a:t>
            </a:r>
            <a:r>
              <a:rPr sz="2750" b="0" spc="-5" dirty="0">
                <a:solidFill>
                  <a:srgbClr val="000000"/>
                </a:solidFill>
                <a:latin typeface="Calibri"/>
                <a:cs typeface="Calibri"/>
              </a:rPr>
              <a:t>breath</a:t>
            </a:r>
            <a:r>
              <a:rPr sz="2750" b="0" spc="25" dirty="0">
                <a:solidFill>
                  <a:srgbClr val="000000"/>
                </a:solidFill>
                <a:latin typeface="Calibri"/>
                <a:cs typeface="Calibri"/>
              </a:rPr>
              <a:t> </a:t>
            </a:r>
            <a:r>
              <a:rPr sz="2750" b="0" spc="-5" dirty="0">
                <a:solidFill>
                  <a:srgbClr val="000000"/>
                </a:solidFill>
                <a:latin typeface="Calibri"/>
                <a:cs typeface="Calibri"/>
              </a:rPr>
              <a:t>analyzers </a:t>
            </a:r>
            <a:r>
              <a:rPr sz="2750" b="0" spc="-610" dirty="0">
                <a:solidFill>
                  <a:srgbClr val="000000"/>
                </a:solidFill>
                <a:latin typeface="Calibri"/>
                <a:cs typeface="Calibri"/>
              </a:rPr>
              <a:t> </a:t>
            </a:r>
            <a:r>
              <a:rPr sz="2750" b="0" spc="-5" dirty="0">
                <a:solidFill>
                  <a:srgbClr val="000000"/>
                </a:solidFill>
                <a:latin typeface="Calibri"/>
                <a:cs typeface="Calibri"/>
              </a:rPr>
              <a:t>by</a:t>
            </a:r>
            <a:r>
              <a:rPr sz="2750" b="0" spc="75" dirty="0">
                <a:solidFill>
                  <a:srgbClr val="000000"/>
                </a:solidFill>
                <a:latin typeface="Calibri"/>
                <a:cs typeface="Calibri"/>
              </a:rPr>
              <a:t> </a:t>
            </a:r>
            <a:r>
              <a:rPr sz="2750" b="0" dirty="0">
                <a:solidFill>
                  <a:srgbClr val="000000"/>
                </a:solidFill>
                <a:latin typeface="Calibri"/>
                <a:cs typeface="Calibri"/>
              </a:rPr>
              <a:t>law</a:t>
            </a:r>
            <a:r>
              <a:rPr sz="2750" b="0" spc="15" dirty="0">
                <a:solidFill>
                  <a:srgbClr val="000000"/>
                </a:solidFill>
                <a:latin typeface="Calibri"/>
                <a:cs typeface="Calibri"/>
              </a:rPr>
              <a:t> </a:t>
            </a:r>
            <a:r>
              <a:rPr sz="2750" b="0" spc="5" dirty="0">
                <a:solidFill>
                  <a:srgbClr val="000000"/>
                </a:solidFill>
                <a:latin typeface="Calibri"/>
                <a:cs typeface="Calibri"/>
              </a:rPr>
              <a:t>enforcement,</a:t>
            </a:r>
            <a:r>
              <a:rPr sz="2750" b="0" spc="40" dirty="0">
                <a:solidFill>
                  <a:srgbClr val="000000"/>
                </a:solidFill>
                <a:latin typeface="Calibri"/>
                <a:cs typeface="Calibri"/>
              </a:rPr>
              <a:t> </a:t>
            </a:r>
            <a:r>
              <a:rPr sz="2750" b="0" spc="20" dirty="0">
                <a:solidFill>
                  <a:srgbClr val="000000"/>
                </a:solidFill>
                <a:latin typeface="Calibri"/>
                <a:cs typeface="Calibri"/>
              </a:rPr>
              <a:t>which</a:t>
            </a:r>
            <a:r>
              <a:rPr sz="2750" b="0" spc="25" dirty="0">
                <a:solidFill>
                  <a:srgbClr val="000000"/>
                </a:solidFill>
                <a:latin typeface="Calibri"/>
                <a:cs typeface="Calibri"/>
              </a:rPr>
              <a:t> </a:t>
            </a:r>
            <a:r>
              <a:rPr sz="2750" b="0" dirty="0">
                <a:solidFill>
                  <a:srgbClr val="000000"/>
                </a:solidFill>
                <a:latin typeface="Calibri"/>
                <a:cs typeface="Calibri"/>
              </a:rPr>
              <a:t>can</a:t>
            </a:r>
            <a:r>
              <a:rPr sz="2750" b="0" spc="25" dirty="0">
                <a:solidFill>
                  <a:srgbClr val="000000"/>
                </a:solidFill>
                <a:latin typeface="Calibri"/>
                <a:cs typeface="Calibri"/>
              </a:rPr>
              <a:t> </a:t>
            </a:r>
            <a:r>
              <a:rPr sz="2750" b="0" spc="30" dirty="0">
                <a:solidFill>
                  <a:srgbClr val="000000"/>
                </a:solidFill>
                <a:latin typeface="Calibri"/>
                <a:cs typeface="Calibri"/>
              </a:rPr>
              <a:t>be</a:t>
            </a:r>
            <a:r>
              <a:rPr sz="2750" b="0" spc="25" dirty="0">
                <a:solidFill>
                  <a:srgbClr val="000000"/>
                </a:solidFill>
                <a:latin typeface="Calibri"/>
                <a:cs typeface="Calibri"/>
              </a:rPr>
              <a:t> </a:t>
            </a:r>
            <a:r>
              <a:rPr sz="2750" b="0" dirty="0">
                <a:solidFill>
                  <a:srgbClr val="000000"/>
                </a:solidFill>
                <a:latin typeface="Calibri"/>
                <a:cs typeface="Calibri"/>
              </a:rPr>
              <a:t>inefficient</a:t>
            </a:r>
            <a:r>
              <a:rPr sz="2750" b="0" spc="30" dirty="0">
                <a:solidFill>
                  <a:srgbClr val="000000"/>
                </a:solidFill>
                <a:latin typeface="Calibri"/>
                <a:cs typeface="Calibri"/>
              </a:rPr>
              <a:t> and</a:t>
            </a:r>
            <a:r>
              <a:rPr sz="2750" b="0" spc="25" dirty="0">
                <a:solidFill>
                  <a:srgbClr val="000000"/>
                </a:solidFill>
                <a:latin typeface="Calibri"/>
                <a:cs typeface="Calibri"/>
              </a:rPr>
              <a:t> </a:t>
            </a:r>
            <a:r>
              <a:rPr sz="2750" b="0" spc="5" dirty="0">
                <a:solidFill>
                  <a:srgbClr val="000000"/>
                </a:solidFill>
                <a:latin typeface="Calibri"/>
                <a:cs typeface="Calibri"/>
              </a:rPr>
              <a:t>inconsistent.</a:t>
            </a:r>
            <a:r>
              <a:rPr sz="2750" b="0" spc="30" dirty="0">
                <a:solidFill>
                  <a:srgbClr val="000000"/>
                </a:solidFill>
                <a:latin typeface="Calibri"/>
                <a:cs typeface="Calibri"/>
              </a:rPr>
              <a:t> </a:t>
            </a:r>
            <a:r>
              <a:rPr sz="2750" b="0" spc="5" dirty="0">
                <a:solidFill>
                  <a:srgbClr val="000000"/>
                </a:solidFill>
                <a:latin typeface="Calibri"/>
                <a:cs typeface="Calibri"/>
              </a:rPr>
              <a:t>This</a:t>
            </a:r>
            <a:r>
              <a:rPr sz="2750" b="0" spc="20" dirty="0">
                <a:solidFill>
                  <a:srgbClr val="000000"/>
                </a:solidFill>
                <a:latin typeface="Calibri"/>
                <a:cs typeface="Calibri"/>
              </a:rPr>
              <a:t> </a:t>
            </a:r>
            <a:r>
              <a:rPr sz="2750" b="0" dirty="0">
                <a:solidFill>
                  <a:srgbClr val="000000"/>
                </a:solidFill>
                <a:latin typeface="Calibri"/>
                <a:cs typeface="Calibri"/>
              </a:rPr>
              <a:t>system</a:t>
            </a:r>
            <a:r>
              <a:rPr sz="2750" b="0" spc="15" dirty="0">
                <a:solidFill>
                  <a:srgbClr val="000000"/>
                </a:solidFill>
                <a:latin typeface="Calibri"/>
                <a:cs typeface="Calibri"/>
              </a:rPr>
              <a:t> </a:t>
            </a:r>
            <a:r>
              <a:rPr sz="2750" b="0" spc="10" dirty="0">
                <a:solidFill>
                  <a:srgbClr val="000000"/>
                </a:solidFill>
                <a:latin typeface="Calibri"/>
                <a:cs typeface="Calibri"/>
              </a:rPr>
              <a:t>aims</a:t>
            </a:r>
            <a:r>
              <a:rPr sz="2750" b="0" spc="20" dirty="0">
                <a:solidFill>
                  <a:srgbClr val="000000"/>
                </a:solidFill>
                <a:latin typeface="Calibri"/>
                <a:cs typeface="Calibri"/>
              </a:rPr>
              <a:t> </a:t>
            </a:r>
            <a:r>
              <a:rPr sz="2750" b="0" spc="-10" dirty="0">
                <a:solidFill>
                  <a:srgbClr val="000000"/>
                </a:solidFill>
                <a:latin typeface="Calibri"/>
                <a:cs typeface="Calibri"/>
              </a:rPr>
              <a:t>to</a:t>
            </a:r>
            <a:r>
              <a:rPr sz="2750" b="0" spc="90" dirty="0">
                <a:solidFill>
                  <a:srgbClr val="000000"/>
                </a:solidFill>
                <a:latin typeface="Calibri"/>
                <a:cs typeface="Calibri"/>
              </a:rPr>
              <a:t> </a:t>
            </a:r>
            <a:r>
              <a:rPr sz="2750" b="0" dirty="0">
                <a:solidFill>
                  <a:srgbClr val="000000"/>
                </a:solidFill>
                <a:latin typeface="Calibri"/>
                <a:cs typeface="Calibri"/>
              </a:rPr>
              <a:t>address</a:t>
            </a:r>
            <a:r>
              <a:rPr sz="2750" b="0" spc="95" dirty="0">
                <a:solidFill>
                  <a:srgbClr val="000000"/>
                </a:solidFill>
                <a:latin typeface="Calibri"/>
                <a:cs typeface="Calibri"/>
              </a:rPr>
              <a:t> </a:t>
            </a:r>
            <a:r>
              <a:rPr sz="2750" b="0" spc="10" dirty="0">
                <a:solidFill>
                  <a:srgbClr val="000000"/>
                </a:solidFill>
                <a:latin typeface="Calibri"/>
                <a:cs typeface="Calibri"/>
              </a:rPr>
              <a:t>these</a:t>
            </a:r>
            <a:r>
              <a:rPr sz="2750" b="0" spc="25" dirty="0">
                <a:solidFill>
                  <a:srgbClr val="000000"/>
                </a:solidFill>
                <a:latin typeface="Calibri"/>
                <a:cs typeface="Calibri"/>
              </a:rPr>
              <a:t> </a:t>
            </a:r>
            <a:r>
              <a:rPr sz="2750" b="0" spc="10" dirty="0">
                <a:solidFill>
                  <a:srgbClr val="000000"/>
                </a:solidFill>
                <a:latin typeface="Calibri"/>
                <a:cs typeface="Calibri"/>
              </a:rPr>
              <a:t>challenges </a:t>
            </a:r>
            <a:r>
              <a:rPr sz="2750" b="0" spc="-605" dirty="0">
                <a:solidFill>
                  <a:srgbClr val="000000"/>
                </a:solidFill>
                <a:latin typeface="Calibri"/>
                <a:cs typeface="Calibri"/>
              </a:rPr>
              <a:t> </a:t>
            </a:r>
            <a:r>
              <a:rPr sz="2750" b="0" spc="-5" dirty="0">
                <a:solidFill>
                  <a:srgbClr val="000000"/>
                </a:solidFill>
                <a:latin typeface="Calibri"/>
                <a:cs typeface="Calibri"/>
              </a:rPr>
              <a:t>by</a:t>
            </a:r>
            <a:r>
              <a:rPr sz="2750" b="0" spc="70" dirty="0">
                <a:solidFill>
                  <a:srgbClr val="000000"/>
                </a:solidFill>
                <a:latin typeface="Calibri"/>
                <a:cs typeface="Calibri"/>
              </a:rPr>
              <a:t> </a:t>
            </a:r>
            <a:r>
              <a:rPr sz="2750" b="0" spc="10" dirty="0">
                <a:solidFill>
                  <a:srgbClr val="000000"/>
                </a:solidFill>
                <a:latin typeface="Calibri"/>
                <a:cs typeface="Calibri"/>
              </a:rPr>
              <a:t>providing</a:t>
            </a:r>
            <a:r>
              <a:rPr sz="2750" b="0" spc="20" dirty="0">
                <a:solidFill>
                  <a:srgbClr val="000000"/>
                </a:solidFill>
                <a:latin typeface="Calibri"/>
                <a:cs typeface="Calibri"/>
              </a:rPr>
              <a:t> </a:t>
            </a:r>
            <a:r>
              <a:rPr sz="2750" b="0" spc="-20" dirty="0">
                <a:solidFill>
                  <a:srgbClr val="000000"/>
                </a:solidFill>
                <a:latin typeface="Calibri"/>
                <a:cs typeface="Calibri"/>
              </a:rPr>
              <a:t>an</a:t>
            </a:r>
            <a:r>
              <a:rPr sz="2750" b="0" spc="95" dirty="0">
                <a:solidFill>
                  <a:srgbClr val="000000"/>
                </a:solidFill>
                <a:latin typeface="Calibri"/>
                <a:cs typeface="Calibri"/>
              </a:rPr>
              <a:t> </a:t>
            </a:r>
            <a:r>
              <a:rPr sz="2750" b="0" spc="5" dirty="0">
                <a:solidFill>
                  <a:srgbClr val="000000"/>
                </a:solidFill>
                <a:latin typeface="Calibri"/>
                <a:cs typeface="Calibri"/>
              </a:rPr>
              <a:t>automated</a:t>
            </a:r>
            <a:r>
              <a:rPr sz="2750" b="0" spc="20" dirty="0">
                <a:solidFill>
                  <a:srgbClr val="000000"/>
                </a:solidFill>
                <a:latin typeface="Calibri"/>
                <a:cs typeface="Calibri"/>
              </a:rPr>
              <a:t> </a:t>
            </a:r>
            <a:r>
              <a:rPr sz="2750" b="0" spc="10" dirty="0">
                <a:solidFill>
                  <a:srgbClr val="000000"/>
                </a:solidFill>
                <a:latin typeface="Calibri"/>
                <a:cs typeface="Calibri"/>
              </a:rPr>
              <a:t>solution</a:t>
            </a:r>
            <a:r>
              <a:rPr sz="2750" b="0" spc="25" dirty="0">
                <a:solidFill>
                  <a:srgbClr val="000000"/>
                </a:solidFill>
                <a:latin typeface="Calibri"/>
                <a:cs typeface="Calibri"/>
              </a:rPr>
              <a:t> </a:t>
            </a:r>
            <a:r>
              <a:rPr sz="2750" b="0" spc="15" dirty="0">
                <a:solidFill>
                  <a:srgbClr val="000000"/>
                </a:solidFill>
                <a:latin typeface="Calibri"/>
                <a:cs typeface="Calibri"/>
              </a:rPr>
              <a:t>that</a:t>
            </a:r>
            <a:r>
              <a:rPr sz="2750" b="0" spc="25" dirty="0">
                <a:solidFill>
                  <a:srgbClr val="000000"/>
                </a:solidFill>
                <a:latin typeface="Calibri"/>
                <a:cs typeface="Calibri"/>
              </a:rPr>
              <a:t> </a:t>
            </a:r>
            <a:r>
              <a:rPr sz="2750" b="0" spc="10" dirty="0">
                <a:solidFill>
                  <a:srgbClr val="000000"/>
                </a:solidFill>
                <a:latin typeface="Calibri"/>
                <a:cs typeface="Calibri"/>
              </a:rPr>
              <a:t>detects</a:t>
            </a:r>
            <a:r>
              <a:rPr sz="2750" b="0" spc="15" dirty="0">
                <a:solidFill>
                  <a:srgbClr val="000000"/>
                </a:solidFill>
                <a:latin typeface="Calibri"/>
                <a:cs typeface="Calibri"/>
              </a:rPr>
              <a:t> </a:t>
            </a:r>
            <a:r>
              <a:rPr sz="2750" b="0" spc="10" dirty="0">
                <a:solidFill>
                  <a:srgbClr val="000000"/>
                </a:solidFill>
                <a:latin typeface="Calibri"/>
                <a:cs typeface="Calibri"/>
              </a:rPr>
              <a:t>alcohol</a:t>
            </a:r>
            <a:r>
              <a:rPr sz="2750" b="0" spc="20" dirty="0">
                <a:solidFill>
                  <a:srgbClr val="000000"/>
                </a:solidFill>
                <a:latin typeface="Calibri"/>
                <a:cs typeface="Calibri"/>
              </a:rPr>
              <a:t> </a:t>
            </a:r>
            <a:r>
              <a:rPr sz="2750" b="0" dirty="0">
                <a:solidFill>
                  <a:srgbClr val="000000"/>
                </a:solidFill>
                <a:latin typeface="Calibri"/>
                <a:cs typeface="Calibri"/>
              </a:rPr>
              <a:t>levels</a:t>
            </a:r>
            <a:r>
              <a:rPr sz="2750" b="0" spc="15" dirty="0">
                <a:solidFill>
                  <a:srgbClr val="000000"/>
                </a:solidFill>
                <a:latin typeface="Calibri"/>
                <a:cs typeface="Calibri"/>
              </a:rPr>
              <a:t> </a:t>
            </a:r>
            <a:r>
              <a:rPr sz="2750" b="0" spc="5" dirty="0">
                <a:solidFill>
                  <a:srgbClr val="000000"/>
                </a:solidFill>
                <a:latin typeface="Calibri"/>
                <a:cs typeface="Calibri"/>
              </a:rPr>
              <a:t>directly</a:t>
            </a:r>
            <a:r>
              <a:rPr sz="2750" b="0" spc="75" dirty="0">
                <a:solidFill>
                  <a:srgbClr val="000000"/>
                </a:solidFill>
                <a:latin typeface="Calibri"/>
                <a:cs typeface="Calibri"/>
              </a:rPr>
              <a:t> </a:t>
            </a:r>
            <a:r>
              <a:rPr sz="2750" b="0" spc="-10" dirty="0">
                <a:solidFill>
                  <a:srgbClr val="000000"/>
                </a:solidFill>
                <a:latin typeface="Calibri"/>
                <a:cs typeface="Calibri"/>
              </a:rPr>
              <a:t>in</a:t>
            </a:r>
            <a:r>
              <a:rPr sz="2750" b="0" spc="20" dirty="0">
                <a:solidFill>
                  <a:srgbClr val="000000"/>
                </a:solidFill>
                <a:latin typeface="Calibri"/>
                <a:cs typeface="Calibri"/>
              </a:rPr>
              <a:t> </a:t>
            </a:r>
            <a:r>
              <a:rPr sz="2750" b="0" spc="10" dirty="0">
                <a:solidFill>
                  <a:srgbClr val="000000"/>
                </a:solidFill>
                <a:latin typeface="Calibri"/>
                <a:cs typeface="Calibri"/>
              </a:rPr>
              <a:t>the</a:t>
            </a:r>
            <a:r>
              <a:rPr sz="2750" b="0" spc="20" dirty="0">
                <a:solidFill>
                  <a:srgbClr val="000000"/>
                </a:solidFill>
                <a:latin typeface="Calibri"/>
                <a:cs typeface="Calibri"/>
              </a:rPr>
              <a:t> </a:t>
            </a:r>
            <a:r>
              <a:rPr sz="2750" b="0" spc="5" dirty="0">
                <a:solidFill>
                  <a:srgbClr val="000000"/>
                </a:solidFill>
                <a:latin typeface="Calibri"/>
                <a:cs typeface="Calibri"/>
              </a:rPr>
              <a:t>vehicle,</a:t>
            </a:r>
            <a:r>
              <a:rPr sz="2750" b="0" spc="40" dirty="0">
                <a:solidFill>
                  <a:srgbClr val="000000"/>
                </a:solidFill>
                <a:latin typeface="Calibri"/>
                <a:cs typeface="Calibri"/>
              </a:rPr>
              <a:t> </a:t>
            </a:r>
            <a:r>
              <a:rPr sz="2750" b="0" spc="5" dirty="0">
                <a:solidFill>
                  <a:srgbClr val="000000"/>
                </a:solidFill>
                <a:latin typeface="Calibri"/>
                <a:cs typeface="Calibri"/>
              </a:rPr>
              <a:t>thereby</a:t>
            </a:r>
            <a:r>
              <a:rPr sz="2750" b="0" spc="70" dirty="0">
                <a:solidFill>
                  <a:srgbClr val="000000"/>
                </a:solidFill>
                <a:latin typeface="Calibri"/>
                <a:cs typeface="Calibri"/>
              </a:rPr>
              <a:t> </a:t>
            </a:r>
            <a:r>
              <a:rPr sz="2750" b="0" spc="15" dirty="0">
                <a:solidFill>
                  <a:srgbClr val="000000"/>
                </a:solidFill>
                <a:latin typeface="Calibri"/>
                <a:cs typeface="Calibri"/>
              </a:rPr>
              <a:t>enhancing </a:t>
            </a:r>
            <a:r>
              <a:rPr sz="2750" b="0" spc="20" dirty="0">
                <a:solidFill>
                  <a:srgbClr val="000000"/>
                </a:solidFill>
                <a:latin typeface="Calibri"/>
                <a:cs typeface="Calibri"/>
              </a:rPr>
              <a:t> </a:t>
            </a:r>
            <a:r>
              <a:rPr sz="2750" b="0" spc="5" dirty="0">
                <a:solidFill>
                  <a:srgbClr val="000000"/>
                </a:solidFill>
                <a:latin typeface="Calibri"/>
                <a:cs typeface="Calibri"/>
              </a:rPr>
              <a:t>road</a:t>
            </a:r>
            <a:r>
              <a:rPr sz="2750" b="0" spc="10" dirty="0">
                <a:solidFill>
                  <a:srgbClr val="000000"/>
                </a:solidFill>
                <a:latin typeface="Calibri"/>
                <a:cs typeface="Calibri"/>
              </a:rPr>
              <a:t> </a:t>
            </a:r>
            <a:r>
              <a:rPr sz="2750" b="0" dirty="0">
                <a:solidFill>
                  <a:srgbClr val="000000"/>
                </a:solidFill>
                <a:latin typeface="Calibri"/>
                <a:cs typeface="Calibri"/>
              </a:rPr>
              <a:t>safety</a:t>
            </a:r>
            <a:endParaRPr sz="275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2033" y="1741106"/>
            <a:ext cx="7404734" cy="1261110"/>
          </a:xfrm>
          <a:prstGeom prst="rect">
            <a:avLst/>
          </a:prstGeom>
        </p:spPr>
        <p:txBody>
          <a:bodyPr vert="horz" wrap="square" lIns="0" tIns="13335" rIns="0" bIns="0" rtlCol="0">
            <a:spAutoFit/>
          </a:bodyPr>
          <a:lstStyle/>
          <a:p>
            <a:pPr marL="12700">
              <a:lnSpc>
                <a:spcPct val="100000"/>
              </a:lnSpc>
              <a:spcBef>
                <a:spcPts val="105"/>
              </a:spcBef>
            </a:pPr>
            <a:r>
              <a:rPr sz="8100" dirty="0">
                <a:solidFill>
                  <a:srgbClr val="404040"/>
                </a:solidFill>
              </a:rPr>
              <a:t>COMPONENTS</a:t>
            </a:r>
            <a:endParaRPr sz="8100"/>
          </a:p>
        </p:txBody>
      </p:sp>
      <p:grpSp>
        <p:nvGrpSpPr>
          <p:cNvPr id="3" name="object 3"/>
          <p:cNvGrpSpPr/>
          <p:nvPr/>
        </p:nvGrpSpPr>
        <p:grpSpPr>
          <a:xfrm>
            <a:off x="1266825" y="4229100"/>
            <a:ext cx="2924175" cy="2009775"/>
            <a:chOff x="1266825" y="4229100"/>
            <a:chExt cx="2924175" cy="2009775"/>
          </a:xfrm>
        </p:grpSpPr>
        <p:sp>
          <p:nvSpPr>
            <p:cNvPr id="4" name="object 4"/>
            <p:cNvSpPr/>
            <p:nvPr/>
          </p:nvSpPr>
          <p:spPr>
            <a:xfrm>
              <a:off x="1276350" y="4238625"/>
              <a:ext cx="2905125" cy="1990725"/>
            </a:xfrm>
            <a:custGeom>
              <a:avLst/>
              <a:gdLst/>
              <a:ahLst/>
              <a:cxnLst/>
              <a:rect l="l" t="t" r="r" b="b"/>
              <a:pathLst>
                <a:path w="2905125" h="1990725">
                  <a:moveTo>
                    <a:pt x="2905125" y="0"/>
                  </a:moveTo>
                  <a:lnTo>
                    <a:pt x="0" y="0"/>
                  </a:lnTo>
                  <a:lnTo>
                    <a:pt x="0" y="1990725"/>
                  </a:lnTo>
                  <a:lnTo>
                    <a:pt x="2905125" y="1990725"/>
                  </a:lnTo>
                  <a:lnTo>
                    <a:pt x="2905125" y="0"/>
                  </a:lnTo>
                  <a:close/>
                </a:path>
              </a:pathLst>
            </a:custGeom>
            <a:solidFill>
              <a:srgbClr val="EB7B2F"/>
            </a:solidFill>
          </p:spPr>
          <p:txBody>
            <a:bodyPr wrap="square" lIns="0" tIns="0" rIns="0" bIns="0" rtlCol="0"/>
            <a:lstStyle/>
            <a:p>
              <a:endParaRPr/>
            </a:p>
          </p:txBody>
        </p:sp>
        <p:sp>
          <p:nvSpPr>
            <p:cNvPr id="5" name="object 5"/>
            <p:cNvSpPr/>
            <p:nvPr/>
          </p:nvSpPr>
          <p:spPr>
            <a:xfrm>
              <a:off x="1266825" y="4229099"/>
              <a:ext cx="2924175" cy="2009775"/>
            </a:xfrm>
            <a:custGeom>
              <a:avLst/>
              <a:gdLst/>
              <a:ahLst/>
              <a:cxnLst/>
              <a:rect l="l" t="t" r="r" b="b"/>
              <a:pathLst>
                <a:path w="2924175" h="2009775">
                  <a:moveTo>
                    <a:pt x="2924175" y="4318"/>
                  </a:moveTo>
                  <a:lnTo>
                    <a:pt x="2919857" y="0"/>
                  </a:lnTo>
                  <a:lnTo>
                    <a:pt x="4318" y="0"/>
                  </a:lnTo>
                  <a:lnTo>
                    <a:pt x="0" y="4318"/>
                  </a:lnTo>
                  <a:lnTo>
                    <a:pt x="0" y="2005457"/>
                  </a:lnTo>
                  <a:lnTo>
                    <a:pt x="4318" y="2009775"/>
                  </a:lnTo>
                  <a:lnTo>
                    <a:pt x="2919857" y="2009775"/>
                  </a:lnTo>
                  <a:lnTo>
                    <a:pt x="2924175" y="2005457"/>
                  </a:lnTo>
                  <a:lnTo>
                    <a:pt x="2924175" y="2000250"/>
                  </a:lnTo>
                  <a:lnTo>
                    <a:pt x="2924175" y="1991360"/>
                  </a:lnTo>
                  <a:lnTo>
                    <a:pt x="2924175" y="19050"/>
                  </a:lnTo>
                  <a:lnTo>
                    <a:pt x="2924175" y="10160"/>
                  </a:lnTo>
                  <a:lnTo>
                    <a:pt x="2914650" y="10160"/>
                  </a:lnTo>
                  <a:lnTo>
                    <a:pt x="2914650" y="19050"/>
                  </a:lnTo>
                  <a:lnTo>
                    <a:pt x="2914650" y="1991360"/>
                  </a:lnTo>
                  <a:lnTo>
                    <a:pt x="2914650" y="2000250"/>
                  </a:lnTo>
                  <a:lnTo>
                    <a:pt x="2905125" y="2000250"/>
                  </a:lnTo>
                  <a:lnTo>
                    <a:pt x="2905125" y="1991360"/>
                  </a:lnTo>
                  <a:lnTo>
                    <a:pt x="2914650" y="1991360"/>
                  </a:lnTo>
                  <a:lnTo>
                    <a:pt x="2914650" y="19050"/>
                  </a:lnTo>
                  <a:lnTo>
                    <a:pt x="2905125" y="19050"/>
                  </a:lnTo>
                  <a:lnTo>
                    <a:pt x="2905125" y="1990725"/>
                  </a:lnTo>
                  <a:lnTo>
                    <a:pt x="19050" y="1990725"/>
                  </a:lnTo>
                  <a:lnTo>
                    <a:pt x="19050" y="2000250"/>
                  </a:lnTo>
                  <a:lnTo>
                    <a:pt x="9525" y="2000250"/>
                  </a:lnTo>
                  <a:lnTo>
                    <a:pt x="9525" y="1990725"/>
                  </a:lnTo>
                  <a:lnTo>
                    <a:pt x="19050" y="1990725"/>
                  </a:lnTo>
                  <a:lnTo>
                    <a:pt x="19050" y="19050"/>
                  </a:lnTo>
                  <a:lnTo>
                    <a:pt x="9525" y="19050"/>
                  </a:lnTo>
                  <a:lnTo>
                    <a:pt x="9525" y="9525"/>
                  </a:lnTo>
                  <a:lnTo>
                    <a:pt x="19050" y="9525"/>
                  </a:lnTo>
                  <a:lnTo>
                    <a:pt x="19050" y="19050"/>
                  </a:lnTo>
                  <a:lnTo>
                    <a:pt x="2905125" y="19050"/>
                  </a:lnTo>
                  <a:lnTo>
                    <a:pt x="2905125" y="9525"/>
                  </a:lnTo>
                  <a:lnTo>
                    <a:pt x="2924175" y="9525"/>
                  </a:lnTo>
                  <a:lnTo>
                    <a:pt x="2924175" y="4318"/>
                  </a:lnTo>
                  <a:close/>
                </a:path>
              </a:pathLst>
            </a:custGeom>
            <a:solidFill>
              <a:srgbClr val="FFFFFF"/>
            </a:solidFill>
          </p:spPr>
          <p:txBody>
            <a:bodyPr wrap="square" lIns="0" tIns="0" rIns="0" bIns="0" rtlCol="0"/>
            <a:lstStyle/>
            <a:p>
              <a:endParaRPr/>
            </a:p>
          </p:txBody>
        </p:sp>
      </p:grpSp>
      <p:sp>
        <p:nvSpPr>
          <p:cNvPr id="6" name="object 6"/>
          <p:cNvSpPr txBox="1"/>
          <p:nvPr/>
        </p:nvSpPr>
        <p:spPr>
          <a:xfrm>
            <a:off x="1276350" y="4899405"/>
            <a:ext cx="2895600" cy="621030"/>
          </a:xfrm>
          <a:prstGeom prst="rect">
            <a:avLst/>
          </a:prstGeom>
        </p:spPr>
        <p:txBody>
          <a:bodyPr vert="horz" wrap="square" lIns="0" tIns="13335" rIns="0" bIns="0" rtlCol="0">
            <a:spAutoFit/>
          </a:bodyPr>
          <a:lstStyle/>
          <a:p>
            <a:pPr marL="139065">
              <a:lnSpc>
                <a:spcPct val="100000"/>
              </a:lnSpc>
              <a:spcBef>
                <a:spcPts val="105"/>
              </a:spcBef>
            </a:pPr>
            <a:r>
              <a:rPr sz="3900" spc="-5" dirty="0">
                <a:solidFill>
                  <a:srgbClr val="FFFFFF"/>
                </a:solidFill>
                <a:latin typeface="Times New Roman"/>
                <a:cs typeface="Times New Roman"/>
              </a:rPr>
              <a:t>Arduino</a:t>
            </a:r>
            <a:r>
              <a:rPr sz="3900" spc="-95" dirty="0">
                <a:solidFill>
                  <a:srgbClr val="FFFFFF"/>
                </a:solidFill>
                <a:latin typeface="Times New Roman"/>
                <a:cs typeface="Times New Roman"/>
              </a:rPr>
              <a:t> </a:t>
            </a:r>
            <a:r>
              <a:rPr sz="3900" spc="10" dirty="0">
                <a:solidFill>
                  <a:srgbClr val="FFFFFF"/>
                </a:solidFill>
                <a:latin typeface="Times New Roman"/>
                <a:cs typeface="Times New Roman"/>
              </a:rPr>
              <a:t>Uno</a:t>
            </a:r>
            <a:endParaRPr sz="3900">
              <a:latin typeface="Times New Roman"/>
              <a:cs typeface="Times New Roman"/>
            </a:endParaRPr>
          </a:p>
        </p:txBody>
      </p:sp>
      <p:grpSp>
        <p:nvGrpSpPr>
          <p:cNvPr id="7" name="object 7"/>
          <p:cNvGrpSpPr/>
          <p:nvPr/>
        </p:nvGrpSpPr>
        <p:grpSpPr>
          <a:xfrm>
            <a:off x="4429125" y="4200525"/>
            <a:ext cx="2962275" cy="1971675"/>
            <a:chOff x="4429125" y="4200525"/>
            <a:chExt cx="2962275" cy="1971675"/>
          </a:xfrm>
        </p:grpSpPr>
        <p:sp>
          <p:nvSpPr>
            <p:cNvPr id="8" name="object 8"/>
            <p:cNvSpPr/>
            <p:nvPr/>
          </p:nvSpPr>
          <p:spPr>
            <a:xfrm>
              <a:off x="4438650" y="4210050"/>
              <a:ext cx="2943225" cy="1952625"/>
            </a:xfrm>
            <a:custGeom>
              <a:avLst/>
              <a:gdLst/>
              <a:ahLst/>
              <a:cxnLst/>
              <a:rect l="l" t="t" r="r" b="b"/>
              <a:pathLst>
                <a:path w="2943225" h="1952625">
                  <a:moveTo>
                    <a:pt x="2943225" y="0"/>
                  </a:moveTo>
                  <a:lnTo>
                    <a:pt x="0" y="0"/>
                  </a:lnTo>
                  <a:lnTo>
                    <a:pt x="0" y="1952625"/>
                  </a:lnTo>
                  <a:lnTo>
                    <a:pt x="2943225" y="1952625"/>
                  </a:lnTo>
                  <a:lnTo>
                    <a:pt x="2943225" y="0"/>
                  </a:lnTo>
                  <a:close/>
                </a:path>
              </a:pathLst>
            </a:custGeom>
            <a:solidFill>
              <a:srgbClr val="DF7944"/>
            </a:solidFill>
          </p:spPr>
          <p:txBody>
            <a:bodyPr wrap="square" lIns="0" tIns="0" rIns="0" bIns="0" rtlCol="0"/>
            <a:lstStyle/>
            <a:p>
              <a:endParaRPr/>
            </a:p>
          </p:txBody>
        </p:sp>
        <p:sp>
          <p:nvSpPr>
            <p:cNvPr id="9" name="object 9"/>
            <p:cNvSpPr/>
            <p:nvPr/>
          </p:nvSpPr>
          <p:spPr>
            <a:xfrm>
              <a:off x="4429125" y="4200524"/>
              <a:ext cx="2962275" cy="1971675"/>
            </a:xfrm>
            <a:custGeom>
              <a:avLst/>
              <a:gdLst/>
              <a:ahLst/>
              <a:cxnLst/>
              <a:rect l="l" t="t" r="r" b="b"/>
              <a:pathLst>
                <a:path w="2962275" h="1971675">
                  <a:moveTo>
                    <a:pt x="2962275" y="4064"/>
                  </a:moveTo>
                  <a:lnTo>
                    <a:pt x="2957957" y="0"/>
                  </a:lnTo>
                  <a:lnTo>
                    <a:pt x="4318" y="0"/>
                  </a:lnTo>
                  <a:lnTo>
                    <a:pt x="0" y="4064"/>
                  </a:lnTo>
                  <a:lnTo>
                    <a:pt x="0" y="1967611"/>
                  </a:lnTo>
                  <a:lnTo>
                    <a:pt x="4318" y="1971675"/>
                  </a:lnTo>
                  <a:lnTo>
                    <a:pt x="2957957" y="1971675"/>
                  </a:lnTo>
                  <a:lnTo>
                    <a:pt x="2962275" y="1967611"/>
                  </a:lnTo>
                  <a:lnTo>
                    <a:pt x="2962275" y="1962785"/>
                  </a:lnTo>
                  <a:lnTo>
                    <a:pt x="2962275" y="1962531"/>
                  </a:lnTo>
                  <a:lnTo>
                    <a:pt x="2962275" y="1953895"/>
                  </a:lnTo>
                  <a:lnTo>
                    <a:pt x="2962275" y="18415"/>
                  </a:lnTo>
                  <a:lnTo>
                    <a:pt x="2962275" y="9525"/>
                  </a:lnTo>
                  <a:lnTo>
                    <a:pt x="2952750" y="9525"/>
                  </a:lnTo>
                  <a:lnTo>
                    <a:pt x="2952750" y="18415"/>
                  </a:lnTo>
                  <a:lnTo>
                    <a:pt x="2952750" y="1953895"/>
                  </a:lnTo>
                  <a:lnTo>
                    <a:pt x="2952750" y="1962531"/>
                  </a:lnTo>
                  <a:lnTo>
                    <a:pt x="2943225" y="1962531"/>
                  </a:lnTo>
                  <a:lnTo>
                    <a:pt x="2943225" y="1953895"/>
                  </a:lnTo>
                  <a:lnTo>
                    <a:pt x="2952750" y="1953895"/>
                  </a:lnTo>
                  <a:lnTo>
                    <a:pt x="2952750" y="18415"/>
                  </a:lnTo>
                  <a:lnTo>
                    <a:pt x="2943225" y="18415"/>
                  </a:lnTo>
                  <a:lnTo>
                    <a:pt x="2943225" y="1953450"/>
                  </a:lnTo>
                  <a:lnTo>
                    <a:pt x="19050" y="1953450"/>
                  </a:lnTo>
                  <a:lnTo>
                    <a:pt x="19050" y="1962531"/>
                  </a:lnTo>
                  <a:lnTo>
                    <a:pt x="9525" y="1962531"/>
                  </a:lnTo>
                  <a:lnTo>
                    <a:pt x="9525" y="1953514"/>
                  </a:lnTo>
                  <a:lnTo>
                    <a:pt x="19050" y="1953514"/>
                  </a:lnTo>
                  <a:lnTo>
                    <a:pt x="19050" y="18161"/>
                  </a:lnTo>
                  <a:lnTo>
                    <a:pt x="9525" y="18161"/>
                  </a:lnTo>
                  <a:lnTo>
                    <a:pt x="9525" y="9144"/>
                  </a:lnTo>
                  <a:lnTo>
                    <a:pt x="19050" y="9144"/>
                  </a:lnTo>
                  <a:lnTo>
                    <a:pt x="19050" y="18161"/>
                  </a:lnTo>
                  <a:lnTo>
                    <a:pt x="2943225" y="18161"/>
                  </a:lnTo>
                  <a:lnTo>
                    <a:pt x="2943225" y="9144"/>
                  </a:lnTo>
                  <a:lnTo>
                    <a:pt x="2962275" y="9144"/>
                  </a:lnTo>
                  <a:lnTo>
                    <a:pt x="2962275" y="4064"/>
                  </a:lnTo>
                  <a:close/>
                </a:path>
              </a:pathLst>
            </a:custGeom>
            <a:solidFill>
              <a:srgbClr val="FFFFFF"/>
            </a:solidFill>
          </p:spPr>
          <p:txBody>
            <a:bodyPr wrap="square" lIns="0" tIns="0" rIns="0" bIns="0" rtlCol="0"/>
            <a:lstStyle/>
            <a:p>
              <a:endParaRPr/>
            </a:p>
          </p:txBody>
        </p:sp>
      </p:grpSp>
      <p:sp>
        <p:nvSpPr>
          <p:cNvPr id="10" name="object 10"/>
          <p:cNvSpPr txBox="1"/>
          <p:nvPr/>
        </p:nvSpPr>
        <p:spPr>
          <a:xfrm>
            <a:off x="4438650" y="4904422"/>
            <a:ext cx="2933700" cy="620395"/>
          </a:xfrm>
          <a:prstGeom prst="rect">
            <a:avLst/>
          </a:prstGeom>
        </p:spPr>
        <p:txBody>
          <a:bodyPr vert="horz" wrap="square" lIns="0" tIns="12700" rIns="0" bIns="0" rtlCol="0">
            <a:spAutoFit/>
          </a:bodyPr>
          <a:lstStyle/>
          <a:p>
            <a:pPr marL="201930">
              <a:lnSpc>
                <a:spcPct val="100000"/>
              </a:lnSpc>
              <a:spcBef>
                <a:spcPts val="100"/>
              </a:spcBef>
            </a:pPr>
            <a:r>
              <a:rPr sz="3900" dirty="0">
                <a:solidFill>
                  <a:srgbClr val="FFFFFF"/>
                </a:solidFill>
                <a:latin typeface="Times New Roman"/>
                <a:cs typeface="Times New Roman"/>
              </a:rPr>
              <a:t>Lcd</a:t>
            </a:r>
            <a:r>
              <a:rPr sz="3900" spc="-75" dirty="0">
                <a:solidFill>
                  <a:srgbClr val="FFFFFF"/>
                </a:solidFill>
                <a:latin typeface="Times New Roman"/>
                <a:cs typeface="Times New Roman"/>
              </a:rPr>
              <a:t> </a:t>
            </a:r>
            <a:r>
              <a:rPr sz="3900" spc="-5" dirty="0">
                <a:solidFill>
                  <a:srgbClr val="FFFFFF"/>
                </a:solidFill>
                <a:latin typeface="Times New Roman"/>
                <a:cs typeface="Times New Roman"/>
              </a:rPr>
              <a:t>display</a:t>
            </a:r>
            <a:endParaRPr sz="3900">
              <a:latin typeface="Times New Roman"/>
              <a:cs typeface="Times New Roman"/>
            </a:endParaRPr>
          </a:p>
        </p:txBody>
      </p:sp>
      <p:grpSp>
        <p:nvGrpSpPr>
          <p:cNvPr id="11" name="object 11"/>
          <p:cNvGrpSpPr/>
          <p:nvPr/>
        </p:nvGrpSpPr>
        <p:grpSpPr>
          <a:xfrm>
            <a:off x="7600950" y="4181475"/>
            <a:ext cx="3143250" cy="2000250"/>
            <a:chOff x="7600950" y="4181475"/>
            <a:chExt cx="3143250" cy="2000250"/>
          </a:xfrm>
        </p:grpSpPr>
        <p:sp>
          <p:nvSpPr>
            <p:cNvPr id="12" name="object 12"/>
            <p:cNvSpPr/>
            <p:nvPr/>
          </p:nvSpPr>
          <p:spPr>
            <a:xfrm>
              <a:off x="7610475" y="4191000"/>
              <a:ext cx="3124200" cy="1981200"/>
            </a:xfrm>
            <a:custGeom>
              <a:avLst/>
              <a:gdLst/>
              <a:ahLst/>
              <a:cxnLst/>
              <a:rect l="l" t="t" r="r" b="b"/>
              <a:pathLst>
                <a:path w="3124200" h="1981200">
                  <a:moveTo>
                    <a:pt x="3124200" y="0"/>
                  </a:moveTo>
                  <a:lnTo>
                    <a:pt x="0" y="0"/>
                  </a:lnTo>
                  <a:lnTo>
                    <a:pt x="0" y="1981200"/>
                  </a:lnTo>
                  <a:lnTo>
                    <a:pt x="3124200" y="1981200"/>
                  </a:lnTo>
                  <a:lnTo>
                    <a:pt x="3124200" y="0"/>
                  </a:lnTo>
                  <a:close/>
                </a:path>
              </a:pathLst>
            </a:custGeom>
            <a:solidFill>
              <a:srgbClr val="D37954"/>
            </a:solidFill>
          </p:spPr>
          <p:txBody>
            <a:bodyPr wrap="square" lIns="0" tIns="0" rIns="0" bIns="0" rtlCol="0"/>
            <a:lstStyle/>
            <a:p>
              <a:endParaRPr/>
            </a:p>
          </p:txBody>
        </p:sp>
        <p:sp>
          <p:nvSpPr>
            <p:cNvPr id="13" name="object 13"/>
            <p:cNvSpPr/>
            <p:nvPr/>
          </p:nvSpPr>
          <p:spPr>
            <a:xfrm>
              <a:off x="7600950" y="4181474"/>
              <a:ext cx="3143250" cy="2000250"/>
            </a:xfrm>
            <a:custGeom>
              <a:avLst/>
              <a:gdLst/>
              <a:ahLst/>
              <a:cxnLst/>
              <a:rect l="l" t="t" r="r" b="b"/>
              <a:pathLst>
                <a:path w="3143250" h="2000250">
                  <a:moveTo>
                    <a:pt x="3143250" y="4318"/>
                  </a:moveTo>
                  <a:lnTo>
                    <a:pt x="3138551" y="0"/>
                  </a:lnTo>
                  <a:lnTo>
                    <a:pt x="3132963" y="0"/>
                  </a:lnTo>
                  <a:lnTo>
                    <a:pt x="3132963" y="9525"/>
                  </a:lnTo>
                  <a:lnTo>
                    <a:pt x="3132963" y="18415"/>
                  </a:lnTo>
                  <a:lnTo>
                    <a:pt x="3132963" y="1981835"/>
                  </a:lnTo>
                  <a:lnTo>
                    <a:pt x="3132963" y="1990725"/>
                  </a:lnTo>
                  <a:lnTo>
                    <a:pt x="3122803" y="1990725"/>
                  </a:lnTo>
                  <a:lnTo>
                    <a:pt x="3122803" y="1981835"/>
                  </a:lnTo>
                  <a:lnTo>
                    <a:pt x="3132963" y="1981835"/>
                  </a:lnTo>
                  <a:lnTo>
                    <a:pt x="3132963" y="18415"/>
                  </a:lnTo>
                  <a:lnTo>
                    <a:pt x="3122803" y="18415"/>
                  </a:lnTo>
                  <a:lnTo>
                    <a:pt x="3122803" y="9537"/>
                  </a:lnTo>
                  <a:lnTo>
                    <a:pt x="20447" y="9537"/>
                  </a:lnTo>
                  <a:lnTo>
                    <a:pt x="20447" y="18923"/>
                  </a:lnTo>
                  <a:lnTo>
                    <a:pt x="3122803" y="18923"/>
                  </a:lnTo>
                  <a:lnTo>
                    <a:pt x="3122803" y="1981339"/>
                  </a:lnTo>
                  <a:lnTo>
                    <a:pt x="20447" y="1981339"/>
                  </a:lnTo>
                  <a:lnTo>
                    <a:pt x="20447" y="1990725"/>
                  </a:lnTo>
                  <a:lnTo>
                    <a:pt x="10287" y="1990725"/>
                  </a:lnTo>
                  <a:lnTo>
                    <a:pt x="10287" y="1981327"/>
                  </a:lnTo>
                  <a:lnTo>
                    <a:pt x="20447" y="1981327"/>
                  </a:lnTo>
                  <a:lnTo>
                    <a:pt x="20447" y="18923"/>
                  </a:lnTo>
                  <a:lnTo>
                    <a:pt x="10287" y="18923"/>
                  </a:lnTo>
                  <a:lnTo>
                    <a:pt x="10287" y="9525"/>
                  </a:lnTo>
                  <a:lnTo>
                    <a:pt x="3132963" y="9525"/>
                  </a:lnTo>
                  <a:lnTo>
                    <a:pt x="3132963" y="0"/>
                  </a:lnTo>
                  <a:lnTo>
                    <a:pt x="4699" y="0"/>
                  </a:lnTo>
                  <a:lnTo>
                    <a:pt x="0" y="4318"/>
                  </a:lnTo>
                  <a:lnTo>
                    <a:pt x="0" y="1995932"/>
                  </a:lnTo>
                  <a:lnTo>
                    <a:pt x="4699" y="2000250"/>
                  </a:lnTo>
                  <a:lnTo>
                    <a:pt x="3138551" y="2000250"/>
                  </a:lnTo>
                  <a:lnTo>
                    <a:pt x="3143250" y="1995932"/>
                  </a:lnTo>
                  <a:lnTo>
                    <a:pt x="3143250" y="1990725"/>
                  </a:lnTo>
                  <a:lnTo>
                    <a:pt x="3143250" y="1981835"/>
                  </a:lnTo>
                  <a:lnTo>
                    <a:pt x="3143250" y="18415"/>
                  </a:lnTo>
                  <a:lnTo>
                    <a:pt x="3143250" y="9525"/>
                  </a:lnTo>
                  <a:lnTo>
                    <a:pt x="3143250" y="4318"/>
                  </a:lnTo>
                  <a:close/>
                </a:path>
              </a:pathLst>
            </a:custGeom>
            <a:solidFill>
              <a:srgbClr val="FFFFFF"/>
            </a:solidFill>
          </p:spPr>
          <p:txBody>
            <a:bodyPr wrap="square" lIns="0" tIns="0" rIns="0" bIns="0" rtlCol="0"/>
            <a:lstStyle/>
            <a:p>
              <a:endParaRPr/>
            </a:p>
          </p:txBody>
        </p:sp>
      </p:grpSp>
      <p:sp>
        <p:nvSpPr>
          <p:cNvPr id="14" name="object 14"/>
          <p:cNvSpPr txBox="1"/>
          <p:nvPr/>
        </p:nvSpPr>
        <p:spPr>
          <a:xfrm>
            <a:off x="7610475" y="4957762"/>
            <a:ext cx="3113405" cy="620395"/>
          </a:xfrm>
          <a:prstGeom prst="rect">
            <a:avLst/>
          </a:prstGeom>
        </p:spPr>
        <p:txBody>
          <a:bodyPr vert="horz" wrap="square" lIns="0" tIns="12700" rIns="0" bIns="0" rtlCol="0">
            <a:spAutoFit/>
          </a:bodyPr>
          <a:lstStyle/>
          <a:p>
            <a:pPr marL="201295">
              <a:lnSpc>
                <a:spcPct val="100000"/>
              </a:lnSpc>
              <a:spcBef>
                <a:spcPts val="100"/>
              </a:spcBef>
            </a:pPr>
            <a:r>
              <a:rPr sz="3900" spc="-10" dirty="0">
                <a:solidFill>
                  <a:srgbClr val="FFFFFF"/>
                </a:solidFill>
                <a:latin typeface="Arial MT"/>
                <a:cs typeface="Arial MT"/>
              </a:rPr>
              <a:t>Mq3</a:t>
            </a:r>
            <a:r>
              <a:rPr sz="3900" spc="-40" dirty="0">
                <a:solidFill>
                  <a:srgbClr val="FFFFFF"/>
                </a:solidFill>
                <a:latin typeface="Arial MT"/>
                <a:cs typeface="Arial MT"/>
              </a:rPr>
              <a:t> </a:t>
            </a:r>
            <a:r>
              <a:rPr sz="3900" spc="5" dirty="0">
                <a:solidFill>
                  <a:srgbClr val="FFFFFF"/>
                </a:solidFill>
                <a:latin typeface="Arial MT"/>
                <a:cs typeface="Arial MT"/>
              </a:rPr>
              <a:t>Sensor</a:t>
            </a:r>
            <a:endParaRPr sz="3900">
              <a:latin typeface="Arial MT"/>
              <a:cs typeface="Arial MT"/>
            </a:endParaRPr>
          </a:p>
        </p:txBody>
      </p:sp>
      <p:sp>
        <p:nvSpPr>
          <p:cNvPr id="15" name="object 15"/>
          <p:cNvSpPr txBox="1"/>
          <p:nvPr/>
        </p:nvSpPr>
        <p:spPr>
          <a:xfrm>
            <a:off x="10868025" y="4229100"/>
            <a:ext cx="2762250" cy="1981200"/>
          </a:xfrm>
          <a:prstGeom prst="rect">
            <a:avLst/>
          </a:prstGeom>
          <a:solidFill>
            <a:srgbClr val="C87C67"/>
          </a:solidFill>
        </p:spPr>
        <p:txBody>
          <a:bodyPr vert="horz" wrap="square" lIns="0" tIns="4445" rIns="0" bIns="0" rtlCol="0">
            <a:spAutoFit/>
          </a:bodyPr>
          <a:lstStyle/>
          <a:p>
            <a:pPr>
              <a:lnSpc>
                <a:spcPct val="100000"/>
              </a:lnSpc>
              <a:spcBef>
                <a:spcPts val="35"/>
              </a:spcBef>
            </a:pPr>
            <a:endParaRPr sz="5000">
              <a:latin typeface="Times New Roman"/>
              <a:cs typeface="Times New Roman"/>
            </a:endParaRPr>
          </a:p>
          <a:p>
            <a:pPr marL="648970">
              <a:lnSpc>
                <a:spcPct val="100000"/>
              </a:lnSpc>
            </a:pPr>
            <a:r>
              <a:rPr sz="3900" spc="5" dirty="0">
                <a:solidFill>
                  <a:srgbClr val="FFFFFF"/>
                </a:solidFill>
                <a:latin typeface="Times New Roman"/>
                <a:cs typeface="Times New Roman"/>
              </a:rPr>
              <a:t>Motor</a:t>
            </a:r>
            <a:endParaRPr sz="3900">
              <a:latin typeface="Times New Roman"/>
              <a:cs typeface="Times New Roman"/>
            </a:endParaRPr>
          </a:p>
        </p:txBody>
      </p:sp>
      <p:grpSp>
        <p:nvGrpSpPr>
          <p:cNvPr id="16" name="object 16"/>
          <p:cNvGrpSpPr/>
          <p:nvPr/>
        </p:nvGrpSpPr>
        <p:grpSpPr>
          <a:xfrm>
            <a:off x="13858875" y="4238625"/>
            <a:ext cx="3114675" cy="2009775"/>
            <a:chOff x="13858875" y="4238625"/>
            <a:chExt cx="3114675" cy="2009775"/>
          </a:xfrm>
        </p:grpSpPr>
        <p:sp>
          <p:nvSpPr>
            <p:cNvPr id="17" name="object 17"/>
            <p:cNvSpPr/>
            <p:nvPr/>
          </p:nvSpPr>
          <p:spPr>
            <a:xfrm>
              <a:off x="13868400" y="4248150"/>
              <a:ext cx="3095625" cy="1990725"/>
            </a:xfrm>
            <a:custGeom>
              <a:avLst/>
              <a:gdLst/>
              <a:ahLst/>
              <a:cxnLst/>
              <a:rect l="l" t="t" r="r" b="b"/>
              <a:pathLst>
                <a:path w="3095625" h="1990725">
                  <a:moveTo>
                    <a:pt x="3095625" y="0"/>
                  </a:moveTo>
                  <a:lnTo>
                    <a:pt x="0" y="0"/>
                  </a:lnTo>
                  <a:lnTo>
                    <a:pt x="0" y="1990725"/>
                  </a:lnTo>
                  <a:lnTo>
                    <a:pt x="3095625" y="1990725"/>
                  </a:lnTo>
                  <a:lnTo>
                    <a:pt x="3095625" y="0"/>
                  </a:lnTo>
                  <a:close/>
                </a:path>
              </a:pathLst>
            </a:custGeom>
            <a:solidFill>
              <a:srgbClr val="BD8478"/>
            </a:solidFill>
          </p:spPr>
          <p:txBody>
            <a:bodyPr wrap="square" lIns="0" tIns="0" rIns="0" bIns="0" rtlCol="0"/>
            <a:lstStyle/>
            <a:p>
              <a:endParaRPr/>
            </a:p>
          </p:txBody>
        </p:sp>
        <p:sp>
          <p:nvSpPr>
            <p:cNvPr id="18" name="object 18"/>
            <p:cNvSpPr/>
            <p:nvPr/>
          </p:nvSpPr>
          <p:spPr>
            <a:xfrm>
              <a:off x="13858875" y="4238624"/>
              <a:ext cx="3114675" cy="2009775"/>
            </a:xfrm>
            <a:custGeom>
              <a:avLst/>
              <a:gdLst/>
              <a:ahLst/>
              <a:cxnLst/>
              <a:rect l="l" t="t" r="r" b="b"/>
              <a:pathLst>
                <a:path w="3114675" h="2009775">
                  <a:moveTo>
                    <a:pt x="3114675" y="4318"/>
                  </a:moveTo>
                  <a:lnTo>
                    <a:pt x="3110103" y="0"/>
                  </a:lnTo>
                  <a:lnTo>
                    <a:pt x="3104515" y="0"/>
                  </a:lnTo>
                  <a:lnTo>
                    <a:pt x="3104515" y="9525"/>
                  </a:lnTo>
                  <a:lnTo>
                    <a:pt x="3104515" y="19685"/>
                  </a:lnTo>
                  <a:lnTo>
                    <a:pt x="3094355" y="19685"/>
                  </a:lnTo>
                  <a:lnTo>
                    <a:pt x="3094355" y="1990725"/>
                  </a:lnTo>
                  <a:lnTo>
                    <a:pt x="3104515" y="1990725"/>
                  </a:lnTo>
                  <a:lnTo>
                    <a:pt x="3104515" y="2000250"/>
                  </a:lnTo>
                  <a:lnTo>
                    <a:pt x="3094215" y="2000250"/>
                  </a:lnTo>
                  <a:lnTo>
                    <a:pt x="3094215" y="1990725"/>
                  </a:lnTo>
                  <a:lnTo>
                    <a:pt x="20320" y="1990725"/>
                  </a:lnTo>
                  <a:lnTo>
                    <a:pt x="20320" y="2000250"/>
                  </a:lnTo>
                  <a:lnTo>
                    <a:pt x="10160" y="2000250"/>
                  </a:lnTo>
                  <a:lnTo>
                    <a:pt x="10160" y="1990725"/>
                  </a:lnTo>
                  <a:lnTo>
                    <a:pt x="20320" y="1990725"/>
                  </a:lnTo>
                  <a:lnTo>
                    <a:pt x="20320" y="19050"/>
                  </a:lnTo>
                  <a:lnTo>
                    <a:pt x="10160" y="19050"/>
                  </a:lnTo>
                  <a:lnTo>
                    <a:pt x="10160" y="9525"/>
                  </a:lnTo>
                  <a:lnTo>
                    <a:pt x="20320" y="9525"/>
                  </a:lnTo>
                  <a:lnTo>
                    <a:pt x="20320" y="19050"/>
                  </a:lnTo>
                  <a:lnTo>
                    <a:pt x="3094215" y="19050"/>
                  </a:lnTo>
                  <a:lnTo>
                    <a:pt x="3094215" y="9525"/>
                  </a:lnTo>
                  <a:lnTo>
                    <a:pt x="3104515" y="9525"/>
                  </a:lnTo>
                  <a:lnTo>
                    <a:pt x="3104515" y="0"/>
                  </a:lnTo>
                  <a:lnTo>
                    <a:pt x="4572" y="0"/>
                  </a:lnTo>
                  <a:lnTo>
                    <a:pt x="0" y="4318"/>
                  </a:lnTo>
                  <a:lnTo>
                    <a:pt x="0" y="2005457"/>
                  </a:lnTo>
                  <a:lnTo>
                    <a:pt x="4572" y="2009775"/>
                  </a:lnTo>
                  <a:lnTo>
                    <a:pt x="3110103" y="2009775"/>
                  </a:lnTo>
                  <a:lnTo>
                    <a:pt x="3114675" y="2005457"/>
                  </a:lnTo>
                  <a:lnTo>
                    <a:pt x="3114675" y="2000885"/>
                  </a:lnTo>
                  <a:lnTo>
                    <a:pt x="3114675" y="2000250"/>
                  </a:lnTo>
                  <a:lnTo>
                    <a:pt x="3114675" y="1990725"/>
                  </a:lnTo>
                  <a:lnTo>
                    <a:pt x="3114675" y="19685"/>
                  </a:lnTo>
                  <a:lnTo>
                    <a:pt x="3114675" y="9525"/>
                  </a:lnTo>
                  <a:lnTo>
                    <a:pt x="3114675" y="4318"/>
                  </a:lnTo>
                  <a:close/>
                </a:path>
              </a:pathLst>
            </a:custGeom>
            <a:solidFill>
              <a:srgbClr val="FFFFFF"/>
            </a:solidFill>
          </p:spPr>
          <p:txBody>
            <a:bodyPr wrap="square" lIns="0" tIns="0" rIns="0" bIns="0" rtlCol="0"/>
            <a:lstStyle/>
            <a:p>
              <a:endParaRPr/>
            </a:p>
          </p:txBody>
        </p:sp>
      </p:grpSp>
      <p:sp>
        <p:nvSpPr>
          <p:cNvPr id="19" name="object 19"/>
          <p:cNvSpPr txBox="1"/>
          <p:nvPr/>
        </p:nvSpPr>
        <p:spPr>
          <a:xfrm>
            <a:off x="1660270" y="6597395"/>
            <a:ext cx="2679065" cy="621030"/>
          </a:xfrm>
          <a:prstGeom prst="rect">
            <a:avLst/>
          </a:prstGeom>
        </p:spPr>
        <p:txBody>
          <a:bodyPr vert="horz" wrap="square" lIns="0" tIns="13335" rIns="0" bIns="0" rtlCol="0">
            <a:spAutoFit/>
          </a:bodyPr>
          <a:lstStyle/>
          <a:p>
            <a:pPr marL="12700">
              <a:lnSpc>
                <a:spcPct val="100000"/>
              </a:lnSpc>
              <a:spcBef>
                <a:spcPts val="105"/>
              </a:spcBef>
            </a:pPr>
            <a:r>
              <a:rPr sz="3900" spc="5" dirty="0">
                <a:solidFill>
                  <a:srgbClr val="FFFFFF"/>
                </a:solidFill>
                <a:latin typeface="Times New Roman"/>
                <a:cs typeface="Times New Roman"/>
              </a:rPr>
              <a:t>L293</a:t>
            </a:r>
            <a:r>
              <a:rPr sz="3900" spc="-130" dirty="0">
                <a:solidFill>
                  <a:srgbClr val="FFFFFF"/>
                </a:solidFill>
                <a:latin typeface="Times New Roman"/>
                <a:cs typeface="Times New Roman"/>
              </a:rPr>
              <a:t> </a:t>
            </a:r>
            <a:r>
              <a:rPr sz="3900" dirty="0">
                <a:solidFill>
                  <a:srgbClr val="FFFFFF"/>
                </a:solidFill>
                <a:latin typeface="Times New Roman"/>
                <a:cs typeface="Times New Roman"/>
              </a:rPr>
              <a:t>module</a:t>
            </a:r>
            <a:endParaRPr sz="3900">
              <a:latin typeface="Times New Roman"/>
              <a:cs typeface="Times New Roman"/>
            </a:endParaRPr>
          </a:p>
        </p:txBody>
      </p:sp>
      <p:sp>
        <p:nvSpPr>
          <p:cNvPr id="20" name="object 20"/>
          <p:cNvSpPr txBox="1"/>
          <p:nvPr/>
        </p:nvSpPr>
        <p:spPr>
          <a:xfrm>
            <a:off x="13868400" y="4961001"/>
            <a:ext cx="3084830" cy="621030"/>
          </a:xfrm>
          <a:prstGeom prst="rect">
            <a:avLst/>
          </a:prstGeom>
        </p:spPr>
        <p:txBody>
          <a:bodyPr vert="horz" wrap="square" lIns="0" tIns="13335" rIns="0" bIns="0" rtlCol="0">
            <a:spAutoFit/>
          </a:bodyPr>
          <a:lstStyle/>
          <a:p>
            <a:pPr marL="212725">
              <a:lnSpc>
                <a:spcPct val="100000"/>
              </a:lnSpc>
              <a:spcBef>
                <a:spcPts val="105"/>
              </a:spcBef>
            </a:pPr>
            <a:r>
              <a:rPr sz="3900" spc="5" dirty="0">
                <a:solidFill>
                  <a:srgbClr val="FFFFFF"/>
                </a:solidFill>
                <a:latin typeface="Times New Roman"/>
                <a:cs typeface="Times New Roman"/>
              </a:rPr>
              <a:t>L293</a:t>
            </a:r>
            <a:r>
              <a:rPr sz="3900" spc="-45" dirty="0">
                <a:solidFill>
                  <a:srgbClr val="FFFFFF"/>
                </a:solidFill>
                <a:latin typeface="Times New Roman"/>
                <a:cs typeface="Times New Roman"/>
              </a:rPr>
              <a:t> </a:t>
            </a:r>
            <a:r>
              <a:rPr sz="3900" spc="-10" dirty="0">
                <a:solidFill>
                  <a:srgbClr val="FFFFFF"/>
                </a:solidFill>
                <a:latin typeface="Times New Roman"/>
                <a:cs typeface="Times New Roman"/>
              </a:rPr>
              <a:t>module</a:t>
            </a:r>
            <a:endParaRPr sz="39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38885" y="744855"/>
            <a:ext cx="14194790" cy="3338195"/>
          </a:xfrm>
          <a:prstGeom prst="rect">
            <a:avLst/>
          </a:prstGeom>
        </p:spPr>
        <p:txBody>
          <a:bodyPr vert="horz" wrap="square" lIns="0" tIns="13335" rIns="0" bIns="0" rtlCol="0">
            <a:spAutoFit/>
          </a:bodyPr>
          <a:lstStyle/>
          <a:p>
            <a:pPr marL="12700">
              <a:lnSpc>
                <a:spcPct val="100000"/>
              </a:lnSpc>
              <a:spcBef>
                <a:spcPts val="105"/>
              </a:spcBef>
            </a:pPr>
            <a:r>
              <a:rPr sz="6600" dirty="0"/>
              <a:t>Arduino</a:t>
            </a:r>
            <a:r>
              <a:rPr sz="6600" spc="-175" dirty="0"/>
              <a:t> </a:t>
            </a:r>
            <a:r>
              <a:rPr sz="6600" spc="10" dirty="0"/>
              <a:t>Uno</a:t>
            </a:r>
            <a:endParaRPr sz="6600"/>
          </a:p>
          <a:p>
            <a:pPr marL="26670" marR="5080" indent="17145">
              <a:lnSpc>
                <a:spcPct val="100000"/>
              </a:lnSpc>
              <a:spcBef>
                <a:spcPts val="140"/>
              </a:spcBef>
            </a:pPr>
            <a:r>
              <a:rPr sz="3000" b="0" spc="10" dirty="0">
                <a:solidFill>
                  <a:srgbClr val="404040"/>
                </a:solidFill>
                <a:latin typeface="Times New Roman"/>
                <a:cs typeface="Times New Roman"/>
              </a:rPr>
              <a:t>The </a:t>
            </a:r>
            <a:r>
              <a:rPr sz="3000" b="0" spc="-5" dirty="0">
                <a:solidFill>
                  <a:srgbClr val="404040"/>
                </a:solidFill>
                <a:latin typeface="Times New Roman"/>
                <a:cs typeface="Times New Roman"/>
              </a:rPr>
              <a:t>Arduino </a:t>
            </a:r>
            <a:r>
              <a:rPr sz="3000" b="0" dirty="0">
                <a:solidFill>
                  <a:srgbClr val="404040"/>
                </a:solidFill>
                <a:latin typeface="Times New Roman"/>
                <a:cs typeface="Times New Roman"/>
              </a:rPr>
              <a:t>UNO </a:t>
            </a:r>
            <a:r>
              <a:rPr sz="3000" b="0" spc="-5" dirty="0">
                <a:solidFill>
                  <a:srgbClr val="404040"/>
                </a:solidFill>
                <a:latin typeface="Times New Roman"/>
                <a:cs typeface="Times New Roman"/>
              </a:rPr>
              <a:t>is </a:t>
            </a:r>
            <a:r>
              <a:rPr sz="3000" b="0" dirty="0">
                <a:solidFill>
                  <a:srgbClr val="404040"/>
                </a:solidFill>
                <a:latin typeface="Times New Roman"/>
                <a:cs typeface="Times New Roman"/>
              </a:rPr>
              <a:t>a widely </a:t>
            </a:r>
            <a:r>
              <a:rPr sz="3000" b="0" spc="-5" dirty="0">
                <a:solidFill>
                  <a:srgbClr val="404040"/>
                </a:solidFill>
                <a:latin typeface="Times New Roman"/>
                <a:cs typeface="Times New Roman"/>
              </a:rPr>
              <a:t>admired microcontroller board within the Arduino </a:t>
            </a:r>
            <a:r>
              <a:rPr sz="3000" b="0" spc="-30" dirty="0">
                <a:solidFill>
                  <a:srgbClr val="404040"/>
                </a:solidFill>
                <a:latin typeface="Times New Roman"/>
                <a:cs typeface="Times New Roman"/>
              </a:rPr>
              <a:t>family. </a:t>
            </a:r>
            <a:r>
              <a:rPr sz="3000" b="0" spc="-15" dirty="0">
                <a:solidFill>
                  <a:srgbClr val="404040"/>
                </a:solidFill>
                <a:latin typeface="Times New Roman"/>
                <a:cs typeface="Times New Roman"/>
              </a:rPr>
              <a:t>It </a:t>
            </a:r>
            <a:r>
              <a:rPr sz="3000" b="0" spc="-10" dirty="0">
                <a:solidFill>
                  <a:srgbClr val="404040"/>
                </a:solidFill>
                <a:latin typeface="Times New Roman"/>
                <a:cs typeface="Times New Roman"/>
              </a:rPr>
              <a:t> </a:t>
            </a:r>
            <a:r>
              <a:rPr sz="3000" b="0" spc="-5" dirty="0">
                <a:solidFill>
                  <a:srgbClr val="404040"/>
                </a:solidFill>
                <a:latin typeface="Times New Roman"/>
                <a:cs typeface="Times New Roman"/>
              </a:rPr>
              <a:t>features</a:t>
            </a:r>
            <a:r>
              <a:rPr sz="3000" b="0" spc="-50" dirty="0">
                <a:solidFill>
                  <a:srgbClr val="404040"/>
                </a:solidFill>
                <a:latin typeface="Times New Roman"/>
                <a:cs typeface="Times New Roman"/>
              </a:rPr>
              <a:t> </a:t>
            </a:r>
            <a:r>
              <a:rPr sz="3000" b="0" spc="5" dirty="0">
                <a:solidFill>
                  <a:srgbClr val="404040"/>
                </a:solidFill>
                <a:latin typeface="Times New Roman"/>
                <a:cs typeface="Times New Roman"/>
              </a:rPr>
              <a:t>an</a:t>
            </a:r>
            <a:r>
              <a:rPr sz="3000" b="0" spc="-155" dirty="0">
                <a:solidFill>
                  <a:srgbClr val="404040"/>
                </a:solidFill>
                <a:latin typeface="Times New Roman"/>
                <a:cs typeface="Times New Roman"/>
              </a:rPr>
              <a:t> </a:t>
            </a:r>
            <a:r>
              <a:rPr sz="3000" b="0" spc="-40" dirty="0">
                <a:solidFill>
                  <a:srgbClr val="404040"/>
                </a:solidFill>
                <a:latin typeface="Times New Roman"/>
                <a:cs typeface="Times New Roman"/>
              </a:rPr>
              <a:t>ATmega328P</a:t>
            </a:r>
            <a:r>
              <a:rPr sz="3000" b="0" spc="-105" dirty="0">
                <a:solidFill>
                  <a:srgbClr val="404040"/>
                </a:solidFill>
                <a:latin typeface="Times New Roman"/>
                <a:cs typeface="Times New Roman"/>
              </a:rPr>
              <a:t> </a:t>
            </a:r>
            <a:r>
              <a:rPr sz="3000" b="0" spc="-10" dirty="0">
                <a:solidFill>
                  <a:srgbClr val="404040"/>
                </a:solidFill>
                <a:latin typeface="Times New Roman"/>
                <a:cs typeface="Times New Roman"/>
              </a:rPr>
              <a:t>microcontroller,</a:t>
            </a:r>
            <a:r>
              <a:rPr sz="3000" b="0" spc="15" dirty="0">
                <a:solidFill>
                  <a:srgbClr val="404040"/>
                </a:solidFill>
                <a:latin typeface="Times New Roman"/>
                <a:cs typeface="Times New Roman"/>
              </a:rPr>
              <a:t> </a:t>
            </a:r>
            <a:r>
              <a:rPr sz="3000" b="0" spc="-5" dirty="0">
                <a:solidFill>
                  <a:srgbClr val="404040"/>
                </a:solidFill>
                <a:latin typeface="Times New Roman"/>
                <a:cs typeface="Times New Roman"/>
              </a:rPr>
              <a:t>combining </a:t>
            </a:r>
            <a:r>
              <a:rPr sz="3000" b="0" spc="5" dirty="0">
                <a:solidFill>
                  <a:srgbClr val="404040"/>
                </a:solidFill>
                <a:latin typeface="Times New Roman"/>
                <a:cs typeface="Times New Roman"/>
              </a:rPr>
              <a:t>an</a:t>
            </a:r>
            <a:r>
              <a:rPr sz="3000" b="0" spc="-150" dirty="0">
                <a:solidFill>
                  <a:srgbClr val="404040"/>
                </a:solidFill>
                <a:latin typeface="Times New Roman"/>
                <a:cs typeface="Times New Roman"/>
              </a:rPr>
              <a:t> </a:t>
            </a:r>
            <a:r>
              <a:rPr sz="3000" b="0" spc="-95" dirty="0">
                <a:solidFill>
                  <a:srgbClr val="404040"/>
                </a:solidFill>
                <a:latin typeface="Times New Roman"/>
                <a:cs typeface="Times New Roman"/>
              </a:rPr>
              <a:t>AVR</a:t>
            </a:r>
            <a:r>
              <a:rPr sz="3000" b="0" spc="-145" dirty="0">
                <a:solidFill>
                  <a:srgbClr val="404040"/>
                </a:solidFill>
                <a:latin typeface="Times New Roman"/>
                <a:cs typeface="Times New Roman"/>
              </a:rPr>
              <a:t> </a:t>
            </a:r>
            <a:r>
              <a:rPr sz="3000" b="0" spc="-10" dirty="0">
                <a:solidFill>
                  <a:srgbClr val="404040"/>
                </a:solidFill>
                <a:latin typeface="Times New Roman"/>
                <a:cs typeface="Times New Roman"/>
              </a:rPr>
              <a:t>RISC </a:t>
            </a:r>
            <a:r>
              <a:rPr sz="3000" b="0" spc="-5" dirty="0">
                <a:solidFill>
                  <a:srgbClr val="404040"/>
                </a:solidFill>
                <a:latin typeface="Times New Roman"/>
                <a:cs typeface="Times New Roman"/>
              </a:rPr>
              <a:t>(Reduced</a:t>
            </a:r>
            <a:r>
              <a:rPr sz="3000" b="0" spc="15" dirty="0">
                <a:solidFill>
                  <a:srgbClr val="404040"/>
                </a:solidFill>
                <a:latin typeface="Times New Roman"/>
                <a:cs typeface="Times New Roman"/>
              </a:rPr>
              <a:t> </a:t>
            </a:r>
            <a:r>
              <a:rPr sz="3000" b="0" spc="-5" dirty="0">
                <a:solidFill>
                  <a:srgbClr val="404040"/>
                </a:solidFill>
                <a:latin typeface="Times New Roman"/>
                <a:cs typeface="Times New Roman"/>
              </a:rPr>
              <a:t>Instruction</a:t>
            </a:r>
            <a:r>
              <a:rPr sz="3000" b="0" dirty="0">
                <a:solidFill>
                  <a:srgbClr val="404040"/>
                </a:solidFill>
                <a:latin typeface="Times New Roman"/>
                <a:cs typeface="Times New Roman"/>
              </a:rPr>
              <a:t> </a:t>
            </a:r>
            <a:r>
              <a:rPr sz="3000" b="0" spc="-5" dirty="0">
                <a:solidFill>
                  <a:srgbClr val="404040"/>
                </a:solidFill>
                <a:latin typeface="Times New Roman"/>
                <a:cs typeface="Times New Roman"/>
              </a:rPr>
              <a:t>Set </a:t>
            </a:r>
            <a:r>
              <a:rPr sz="3000" b="0" spc="-735" dirty="0">
                <a:solidFill>
                  <a:srgbClr val="404040"/>
                </a:solidFill>
                <a:latin typeface="Times New Roman"/>
                <a:cs typeface="Times New Roman"/>
              </a:rPr>
              <a:t> </a:t>
            </a:r>
            <a:r>
              <a:rPr sz="3000" b="0" spc="-5" dirty="0">
                <a:solidFill>
                  <a:srgbClr val="404040"/>
                </a:solidFill>
                <a:latin typeface="Times New Roman"/>
                <a:cs typeface="Times New Roman"/>
              </a:rPr>
              <a:t>Computer) architecture </a:t>
            </a:r>
            <a:r>
              <a:rPr sz="3000" b="0" dirty="0">
                <a:solidFill>
                  <a:srgbClr val="404040"/>
                </a:solidFill>
                <a:latin typeface="Times New Roman"/>
                <a:cs typeface="Times New Roman"/>
              </a:rPr>
              <a:t>CPU </a:t>
            </a:r>
            <a:r>
              <a:rPr sz="3000" b="0" spc="-25" dirty="0">
                <a:solidFill>
                  <a:srgbClr val="404040"/>
                </a:solidFill>
                <a:latin typeface="Times New Roman"/>
                <a:cs typeface="Times New Roman"/>
              </a:rPr>
              <a:t>and </a:t>
            </a:r>
            <a:r>
              <a:rPr sz="3000" b="0" spc="-10" dirty="0">
                <a:solidFill>
                  <a:srgbClr val="404040"/>
                </a:solidFill>
                <a:latin typeface="Times New Roman"/>
                <a:cs typeface="Times New Roman"/>
              </a:rPr>
              <a:t>essential peripherals. </a:t>
            </a:r>
            <a:r>
              <a:rPr sz="3000" b="0" spc="10" dirty="0">
                <a:solidFill>
                  <a:srgbClr val="404040"/>
                </a:solidFill>
                <a:latin typeface="Times New Roman"/>
                <a:cs typeface="Times New Roman"/>
              </a:rPr>
              <a:t>The </a:t>
            </a:r>
            <a:r>
              <a:rPr sz="3000" b="0" spc="-5" dirty="0">
                <a:solidFill>
                  <a:srgbClr val="404040"/>
                </a:solidFill>
                <a:latin typeface="Times New Roman"/>
                <a:cs typeface="Times New Roman"/>
              </a:rPr>
              <a:t>board </a:t>
            </a:r>
            <a:r>
              <a:rPr sz="3000" b="0" spc="-10" dirty="0">
                <a:solidFill>
                  <a:srgbClr val="404040"/>
                </a:solidFill>
                <a:latin typeface="Times New Roman"/>
                <a:cs typeface="Times New Roman"/>
              </a:rPr>
              <a:t>includes </a:t>
            </a:r>
            <a:r>
              <a:rPr sz="3000" b="0" dirty="0">
                <a:solidFill>
                  <a:srgbClr val="404040"/>
                </a:solidFill>
                <a:latin typeface="Times New Roman"/>
                <a:cs typeface="Times New Roman"/>
              </a:rPr>
              <a:t>a </a:t>
            </a:r>
            <a:r>
              <a:rPr sz="3000" b="0" spc="15" dirty="0">
                <a:solidFill>
                  <a:srgbClr val="404040"/>
                </a:solidFill>
                <a:latin typeface="Times New Roman"/>
                <a:cs typeface="Times New Roman"/>
              </a:rPr>
              <a:t>set </a:t>
            </a:r>
            <a:r>
              <a:rPr sz="3000" b="0" dirty="0">
                <a:solidFill>
                  <a:srgbClr val="404040"/>
                </a:solidFill>
                <a:latin typeface="Times New Roman"/>
                <a:cs typeface="Times New Roman"/>
              </a:rPr>
              <a:t>of </a:t>
            </a:r>
            <a:r>
              <a:rPr sz="3000" b="0" spc="-10" dirty="0">
                <a:solidFill>
                  <a:srgbClr val="404040"/>
                </a:solidFill>
                <a:latin typeface="Times New Roman"/>
                <a:cs typeface="Times New Roman"/>
              </a:rPr>
              <a:t>GPIO </a:t>
            </a:r>
            <a:r>
              <a:rPr sz="3000" b="0" spc="-5" dirty="0">
                <a:solidFill>
                  <a:srgbClr val="404040"/>
                </a:solidFill>
                <a:latin typeface="Times New Roman"/>
                <a:cs typeface="Times New Roman"/>
              </a:rPr>
              <a:t> </a:t>
            </a:r>
            <a:r>
              <a:rPr sz="3000" b="0" dirty="0">
                <a:solidFill>
                  <a:srgbClr val="404040"/>
                </a:solidFill>
                <a:latin typeface="Times New Roman"/>
                <a:cs typeface="Times New Roman"/>
              </a:rPr>
              <a:t>(General </a:t>
            </a:r>
            <a:r>
              <a:rPr sz="3000" b="0" spc="-5" dirty="0">
                <a:solidFill>
                  <a:srgbClr val="404040"/>
                </a:solidFill>
                <a:latin typeface="Times New Roman"/>
                <a:cs typeface="Times New Roman"/>
              </a:rPr>
              <a:t>Purpose </a:t>
            </a:r>
            <a:r>
              <a:rPr sz="3000" b="0" dirty="0">
                <a:solidFill>
                  <a:srgbClr val="404040"/>
                </a:solidFill>
                <a:latin typeface="Times New Roman"/>
                <a:cs typeface="Times New Roman"/>
              </a:rPr>
              <a:t>Input/Output) </a:t>
            </a:r>
            <a:r>
              <a:rPr sz="3000" b="0" spc="-15" dirty="0">
                <a:solidFill>
                  <a:srgbClr val="404040"/>
                </a:solidFill>
                <a:latin typeface="Times New Roman"/>
                <a:cs typeface="Times New Roman"/>
              </a:rPr>
              <a:t>pins, </a:t>
            </a:r>
            <a:r>
              <a:rPr sz="3000" b="0" dirty="0">
                <a:solidFill>
                  <a:srgbClr val="404040"/>
                </a:solidFill>
                <a:latin typeface="Times New Roman"/>
                <a:cs typeface="Times New Roman"/>
              </a:rPr>
              <a:t>allowing </a:t>
            </a:r>
            <a:r>
              <a:rPr sz="3000" b="0" spc="15" dirty="0">
                <a:solidFill>
                  <a:srgbClr val="404040"/>
                </a:solidFill>
                <a:latin typeface="Times New Roman"/>
                <a:cs typeface="Times New Roman"/>
              </a:rPr>
              <a:t>for </a:t>
            </a:r>
            <a:r>
              <a:rPr sz="3000" b="0" spc="-5" dirty="0">
                <a:solidFill>
                  <a:srgbClr val="404040"/>
                </a:solidFill>
                <a:latin typeface="Times New Roman"/>
                <a:cs typeface="Times New Roman"/>
              </a:rPr>
              <a:t>the </a:t>
            </a:r>
            <a:r>
              <a:rPr sz="3000" b="0" spc="-10" dirty="0">
                <a:solidFill>
                  <a:srgbClr val="404040"/>
                </a:solidFill>
                <a:latin typeface="Times New Roman"/>
                <a:cs typeface="Times New Roman"/>
              </a:rPr>
              <a:t>connection </a:t>
            </a:r>
            <a:r>
              <a:rPr sz="3000" b="0" dirty="0">
                <a:solidFill>
                  <a:srgbClr val="404040"/>
                </a:solidFill>
                <a:latin typeface="Times New Roman"/>
                <a:cs typeface="Times New Roman"/>
              </a:rPr>
              <a:t>of </a:t>
            </a:r>
            <a:r>
              <a:rPr sz="3000" b="0" spc="5" dirty="0">
                <a:solidFill>
                  <a:srgbClr val="404040"/>
                </a:solidFill>
                <a:latin typeface="Times New Roman"/>
                <a:cs typeface="Times New Roman"/>
              </a:rPr>
              <a:t>various </a:t>
            </a:r>
            <a:r>
              <a:rPr sz="3000" b="0" spc="-5" dirty="0">
                <a:solidFill>
                  <a:srgbClr val="404040"/>
                </a:solidFill>
                <a:latin typeface="Times New Roman"/>
                <a:cs typeface="Times New Roman"/>
              </a:rPr>
              <a:t>sensors </a:t>
            </a:r>
            <a:r>
              <a:rPr sz="3000" b="0" spc="-25" dirty="0">
                <a:solidFill>
                  <a:srgbClr val="404040"/>
                </a:solidFill>
                <a:latin typeface="Times New Roman"/>
                <a:cs typeface="Times New Roman"/>
              </a:rPr>
              <a:t>and </a:t>
            </a:r>
            <a:r>
              <a:rPr sz="3000" b="0" spc="-20" dirty="0">
                <a:solidFill>
                  <a:srgbClr val="404040"/>
                </a:solidFill>
                <a:latin typeface="Times New Roman"/>
                <a:cs typeface="Times New Roman"/>
              </a:rPr>
              <a:t> </a:t>
            </a:r>
            <a:r>
              <a:rPr sz="3000" b="0" spc="-10" dirty="0">
                <a:solidFill>
                  <a:srgbClr val="404040"/>
                </a:solidFill>
                <a:latin typeface="Times New Roman"/>
                <a:cs typeface="Times New Roman"/>
              </a:rPr>
              <a:t>devices</a:t>
            </a:r>
            <a:r>
              <a:rPr sz="3000" b="0" spc="10" dirty="0">
                <a:solidFill>
                  <a:srgbClr val="404040"/>
                </a:solidFill>
                <a:latin typeface="Times New Roman"/>
                <a:cs typeface="Times New Roman"/>
              </a:rPr>
              <a:t> </a:t>
            </a:r>
            <a:r>
              <a:rPr sz="3000" b="0" spc="-5" dirty="0">
                <a:solidFill>
                  <a:srgbClr val="404040"/>
                </a:solidFill>
                <a:latin typeface="Times New Roman"/>
                <a:cs typeface="Times New Roman"/>
              </a:rPr>
              <a:t>to</a:t>
            </a:r>
            <a:r>
              <a:rPr sz="3000" b="0" dirty="0">
                <a:solidFill>
                  <a:srgbClr val="404040"/>
                </a:solidFill>
                <a:latin typeface="Times New Roman"/>
                <a:cs typeface="Times New Roman"/>
              </a:rPr>
              <a:t> support</a:t>
            </a:r>
            <a:r>
              <a:rPr sz="3000" b="0" spc="-15" dirty="0">
                <a:solidFill>
                  <a:srgbClr val="404040"/>
                </a:solidFill>
                <a:latin typeface="Times New Roman"/>
                <a:cs typeface="Times New Roman"/>
              </a:rPr>
              <a:t> </a:t>
            </a:r>
            <a:r>
              <a:rPr sz="3000" b="0" dirty="0">
                <a:solidFill>
                  <a:srgbClr val="404040"/>
                </a:solidFill>
                <a:latin typeface="Times New Roman"/>
                <a:cs typeface="Times New Roman"/>
              </a:rPr>
              <a:t>a</a:t>
            </a:r>
            <a:r>
              <a:rPr sz="3000" b="0" spc="15" dirty="0">
                <a:solidFill>
                  <a:srgbClr val="404040"/>
                </a:solidFill>
                <a:latin typeface="Times New Roman"/>
                <a:cs typeface="Times New Roman"/>
              </a:rPr>
              <a:t> </a:t>
            </a:r>
            <a:r>
              <a:rPr sz="3000" b="0" spc="-5" dirty="0">
                <a:solidFill>
                  <a:srgbClr val="404040"/>
                </a:solidFill>
                <a:latin typeface="Times New Roman"/>
                <a:cs typeface="Times New Roman"/>
              </a:rPr>
              <a:t>wide</a:t>
            </a:r>
            <a:r>
              <a:rPr sz="3000" b="0" spc="-75" dirty="0">
                <a:solidFill>
                  <a:srgbClr val="404040"/>
                </a:solidFill>
                <a:latin typeface="Times New Roman"/>
                <a:cs typeface="Times New Roman"/>
              </a:rPr>
              <a:t> </a:t>
            </a:r>
            <a:r>
              <a:rPr sz="3000" b="0" spc="-5" dirty="0">
                <a:solidFill>
                  <a:srgbClr val="404040"/>
                </a:solidFill>
                <a:latin typeface="Times New Roman"/>
                <a:cs typeface="Times New Roman"/>
              </a:rPr>
              <a:t>range</a:t>
            </a:r>
            <a:r>
              <a:rPr sz="3000" b="0" dirty="0">
                <a:solidFill>
                  <a:srgbClr val="404040"/>
                </a:solidFill>
                <a:latin typeface="Times New Roman"/>
                <a:cs typeface="Times New Roman"/>
              </a:rPr>
              <a:t> </a:t>
            </a:r>
            <a:r>
              <a:rPr sz="3000" b="0" spc="-5" dirty="0">
                <a:solidFill>
                  <a:srgbClr val="404040"/>
                </a:solidFill>
                <a:latin typeface="Times New Roman"/>
                <a:cs typeface="Times New Roman"/>
              </a:rPr>
              <a:t>of</a:t>
            </a:r>
            <a:r>
              <a:rPr sz="3000" b="0" spc="-30" dirty="0">
                <a:solidFill>
                  <a:srgbClr val="404040"/>
                </a:solidFill>
                <a:latin typeface="Times New Roman"/>
                <a:cs typeface="Times New Roman"/>
              </a:rPr>
              <a:t> </a:t>
            </a:r>
            <a:r>
              <a:rPr sz="3000" b="0" spc="-5" dirty="0">
                <a:solidFill>
                  <a:srgbClr val="404040"/>
                </a:solidFill>
                <a:latin typeface="Times New Roman"/>
                <a:cs typeface="Times New Roman"/>
              </a:rPr>
              <a:t>applications.</a:t>
            </a:r>
            <a:endParaRPr sz="30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38100"/>
            <a:ext cx="18293080" cy="10253980"/>
            <a:chOff x="0" y="38100"/>
            <a:chExt cx="18293080" cy="10253980"/>
          </a:xfrm>
        </p:grpSpPr>
        <p:pic>
          <p:nvPicPr>
            <p:cNvPr id="3" name="object 3"/>
            <p:cNvPicPr/>
            <p:nvPr/>
          </p:nvPicPr>
          <p:blipFill>
            <a:blip r:embed="rId2" cstate="print"/>
            <a:stretch>
              <a:fillRect/>
            </a:stretch>
          </p:blipFill>
          <p:spPr>
            <a:xfrm>
              <a:off x="0" y="38100"/>
              <a:ext cx="18287999" cy="10248900"/>
            </a:xfrm>
            <a:prstGeom prst="rect">
              <a:avLst/>
            </a:prstGeom>
          </p:spPr>
        </p:pic>
        <p:sp>
          <p:nvSpPr>
            <p:cNvPr id="4" name="object 4"/>
            <p:cNvSpPr/>
            <p:nvPr/>
          </p:nvSpPr>
          <p:spPr>
            <a:xfrm>
              <a:off x="914399" y="952500"/>
              <a:ext cx="16459200" cy="8458200"/>
            </a:xfrm>
            <a:custGeom>
              <a:avLst/>
              <a:gdLst/>
              <a:ahLst/>
              <a:cxnLst/>
              <a:rect l="l" t="t" r="r" b="b"/>
              <a:pathLst>
                <a:path w="16459200" h="8458200">
                  <a:moveTo>
                    <a:pt x="0" y="8458200"/>
                  </a:moveTo>
                  <a:lnTo>
                    <a:pt x="16459200" y="8458200"/>
                  </a:lnTo>
                  <a:lnTo>
                    <a:pt x="16459200" y="0"/>
                  </a:lnTo>
                  <a:lnTo>
                    <a:pt x="0" y="0"/>
                  </a:lnTo>
                  <a:lnTo>
                    <a:pt x="0" y="8458200"/>
                  </a:lnTo>
                  <a:close/>
                </a:path>
              </a:pathLst>
            </a:custGeom>
            <a:ln w="15875">
              <a:solidFill>
                <a:srgbClr val="83992A"/>
              </a:solidFill>
            </a:ln>
          </p:spPr>
          <p:txBody>
            <a:bodyPr wrap="square" lIns="0" tIns="0" rIns="0" bIns="0" rtlCol="0"/>
            <a:lstStyle/>
            <a:p>
              <a:endParaRPr/>
            </a:p>
          </p:txBody>
        </p:sp>
        <p:pic>
          <p:nvPicPr>
            <p:cNvPr id="5" name="object 5"/>
            <p:cNvPicPr/>
            <p:nvPr/>
          </p:nvPicPr>
          <p:blipFill>
            <a:blip r:embed="rId3" cstate="print"/>
            <a:stretch>
              <a:fillRect/>
            </a:stretch>
          </p:blipFill>
          <p:spPr>
            <a:xfrm>
              <a:off x="0" y="4772025"/>
              <a:ext cx="1142999" cy="904875"/>
            </a:xfrm>
            <a:prstGeom prst="rect">
              <a:avLst/>
            </a:prstGeom>
          </p:spPr>
        </p:pic>
        <p:pic>
          <p:nvPicPr>
            <p:cNvPr id="6" name="object 6"/>
            <p:cNvPicPr/>
            <p:nvPr/>
          </p:nvPicPr>
          <p:blipFill>
            <a:blip r:embed="rId4" cstate="print"/>
            <a:stretch>
              <a:fillRect/>
            </a:stretch>
          </p:blipFill>
          <p:spPr>
            <a:xfrm>
              <a:off x="17154525" y="4772025"/>
              <a:ext cx="1133475" cy="904875"/>
            </a:xfrm>
            <a:prstGeom prst="rect">
              <a:avLst/>
            </a:prstGeom>
          </p:spPr>
        </p:pic>
        <p:sp>
          <p:nvSpPr>
            <p:cNvPr id="7" name="object 7"/>
            <p:cNvSpPr/>
            <p:nvPr/>
          </p:nvSpPr>
          <p:spPr>
            <a:xfrm>
              <a:off x="11212735" y="5560785"/>
              <a:ext cx="7075805" cy="4726305"/>
            </a:xfrm>
            <a:custGeom>
              <a:avLst/>
              <a:gdLst/>
              <a:ahLst/>
              <a:cxnLst/>
              <a:rect l="l" t="t" r="r" b="b"/>
              <a:pathLst>
                <a:path w="7075805" h="4726305">
                  <a:moveTo>
                    <a:pt x="7075264" y="0"/>
                  </a:moveTo>
                  <a:lnTo>
                    <a:pt x="0" y="4726211"/>
                  </a:lnTo>
                </a:path>
              </a:pathLst>
            </a:custGeom>
            <a:ln w="9525">
              <a:solidFill>
                <a:srgbClr val="FFFFFF"/>
              </a:solidFill>
            </a:ln>
          </p:spPr>
          <p:txBody>
            <a:bodyPr wrap="square" lIns="0" tIns="0" rIns="0" bIns="0" rtlCol="0"/>
            <a:lstStyle/>
            <a:p>
              <a:endParaRPr/>
            </a:p>
          </p:txBody>
        </p:sp>
      </p:grpSp>
      <p:sp>
        <p:nvSpPr>
          <p:cNvPr id="8" name="object 8"/>
          <p:cNvSpPr txBox="1"/>
          <p:nvPr/>
        </p:nvSpPr>
        <p:spPr>
          <a:xfrm>
            <a:off x="1391285" y="1978977"/>
            <a:ext cx="12576810" cy="4065904"/>
          </a:xfrm>
          <a:prstGeom prst="rect">
            <a:avLst/>
          </a:prstGeom>
        </p:spPr>
        <p:txBody>
          <a:bodyPr vert="horz" wrap="square" lIns="0" tIns="11430" rIns="0" bIns="0" rtlCol="0">
            <a:spAutoFit/>
          </a:bodyPr>
          <a:lstStyle/>
          <a:p>
            <a:pPr marL="12700" marR="5080">
              <a:lnSpc>
                <a:spcPct val="101000"/>
              </a:lnSpc>
              <a:spcBef>
                <a:spcPts val="90"/>
              </a:spcBef>
              <a:tabLst>
                <a:tab pos="1483995" algn="l"/>
                <a:tab pos="2087245" algn="l"/>
              </a:tabLst>
            </a:pPr>
            <a:r>
              <a:rPr sz="2900" spc="-5" dirty="0">
                <a:solidFill>
                  <a:srgbClr val="404040"/>
                </a:solidFill>
                <a:latin typeface="Times New Roman"/>
                <a:cs typeface="Times New Roman"/>
              </a:rPr>
              <a:t>One </a:t>
            </a:r>
            <a:r>
              <a:rPr sz="2900" spc="-10" dirty="0">
                <a:solidFill>
                  <a:srgbClr val="404040"/>
                </a:solidFill>
                <a:latin typeface="Times New Roman"/>
                <a:cs typeface="Times New Roman"/>
              </a:rPr>
              <a:t>of </a:t>
            </a:r>
            <a:r>
              <a:rPr sz="2900" spc="-5" dirty="0">
                <a:solidFill>
                  <a:srgbClr val="404040"/>
                </a:solidFill>
                <a:latin typeface="Times New Roman"/>
                <a:cs typeface="Times New Roman"/>
              </a:rPr>
              <a:t>the standout features </a:t>
            </a:r>
            <a:r>
              <a:rPr sz="2900" spc="-10" dirty="0">
                <a:solidFill>
                  <a:srgbClr val="404040"/>
                </a:solidFill>
                <a:latin typeface="Times New Roman"/>
                <a:cs typeface="Times New Roman"/>
              </a:rPr>
              <a:t>of </a:t>
            </a:r>
            <a:r>
              <a:rPr sz="2900" spc="-5" dirty="0">
                <a:solidFill>
                  <a:srgbClr val="404040"/>
                </a:solidFill>
                <a:latin typeface="Times New Roman"/>
                <a:cs typeface="Times New Roman"/>
              </a:rPr>
              <a:t>the </a:t>
            </a:r>
            <a:r>
              <a:rPr sz="2900" spc="-10" dirty="0">
                <a:solidFill>
                  <a:srgbClr val="404040"/>
                </a:solidFill>
                <a:latin typeface="Times New Roman"/>
                <a:cs typeface="Times New Roman"/>
              </a:rPr>
              <a:t>Arduino </a:t>
            </a:r>
            <a:r>
              <a:rPr sz="2900" spc="5" dirty="0">
                <a:solidFill>
                  <a:srgbClr val="404040"/>
                </a:solidFill>
                <a:latin typeface="Times New Roman"/>
                <a:cs typeface="Times New Roman"/>
              </a:rPr>
              <a:t>UNO </a:t>
            </a:r>
            <a:r>
              <a:rPr sz="2900" spc="10" dirty="0">
                <a:solidFill>
                  <a:srgbClr val="404040"/>
                </a:solidFill>
                <a:latin typeface="Times New Roman"/>
                <a:cs typeface="Times New Roman"/>
              </a:rPr>
              <a:t>is </a:t>
            </a:r>
            <a:r>
              <a:rPr sz="2900" spc="15" dirty="0">
                <a:solidFill>
                  <a:srgbClr val="404040"/>
                </a:solidFill>
                <a:latin typeface="Times New Roman"/>
                <a:cs typeface="Times New Roman"/>
              </a:rPr>
              <a:t>its </a:t>
            </a:r>
            <a:r>
              <a:rPr sz="2900" dirty="0">
                <a:solidFill>
                  <a:srgbClr val="404040"/>
                </a:solidFill>
                <a:latin typeface="Times New Roman"/>
                <a:cs typeface="Times New Roman"/>
              </a:rPr>
              <a:t>array </a:t>
            </a:r>
            <a:r>
              <a:rPr sz="2900" spc="25" dirty="0">
                <a:solidFill>
                  <a:srgbClr val="404040"/>
                </a:solidFill>
                <a:latin typeface="Times New Roman"/>
                <a:cs typeface="Times New Roman"/>
              </a:rPr>
              <a:t>of </a:t>
            </a:r>
            <a:r>
              <a:rPr sz="2900" spc="-5" dirty="0">
                <a:solidFill>
                  <a:srgbClr val="404040"/>
                </a:solidFill>
                <a:latin typeface="Times New Roman"/>
                <a:cs typeface="Times New Roman"/>
              </a:rPr>
              <a:t>GPIO (General </a:t>
            </a:r>
            <a:r>
              <a:rPr sz="2900" dirty="0">
                <a:solidFill>
                  <a:srgbClr val="404040"/>
                </a:solidFill>
                <a:latin typeface="Times New Roman"/>
                <a:cs typeface="Times New Roman"/>
              </a:rPr>
              <a:t> </a:t>
            </a:r>
            <a:r>
              <a:rPr sz="2900" spc="-5" dirty="0">
                <a:solidFill>
                  <a:srgbClr val="404040"/>
                </a:solidFill>
                <a:latin typeface="Times New Roman"/>
                <a:cs typeface="Times New Roman"/>
              </a:rPr>
              <a:t>Purpose</a:t>
            </a:r>
            <a:r>
              <a:rPr sz="2900" spc="-10" dirty="0">
                <a:solidFill>
                  <a:srgbClr val="404040"/>
                </a:solidFill>
                <a:latin typeface="Times New Roman"/>
                <a:cs typeface="Times New Roman"/>
              </a:rPr>
              <a:t> </a:t>
            </a:r>
            <a:r>
              <a:rPr sz="2900" spc="-5" dirty="0">
                <a:solidFill>
                  <a:srgbClr val="404040"/>
                </a:solidFill>
                <a:latin typeface="Times New Roman"/>
                <a:cs typeface="Times New Roman"/>
              </a:rPr>
              <a:t>Input/Output)</a:t>
            </a:r>
            <a:r>
              <a:rPr sz="2900" spc="-30" dirty="0">
                <a:solidFill>
                  <a:srgbClr val="404040"/>
                </a:solidFill>
                <a:latin typeface="Times New Roman"/>
                <a:cs typeface="Times New Roman"/>
              </a:rPr>
              <a:t> </a:t>
            </a:r>
            <a:r>
              <a:rPr sz="2900" spc="-10" dirty="0">
                <a:solidFill>
                  <a:srgbClr val="404040"/>
                </a:solidFill>
                <a:latin typeface="Times New Roman"/>
                <a:cs typeface="Times New Roman"/>
              </a:rPr>
              <a:t>pins</a:t>
            </a:r>
            <a:r>
              <a:rPr sz="2900" spc="-5" dirty="0">
                <a:solidFill>
                  <a:srgbClr val="404040"/>
                </a:solidFill>
                <a:latin typeface="Times New Roman"/>
                <a:cs typeface="Times New Roman"/>
              </a:rPr>
              <a:t> </a:t>
            </a:r>
            <a:r>
              <a:rPr sz="2900" spc="-10" dirty="0">
                <a:solidFill>
                  <a:srgbClr val="404040"/>
                </a:solidFill>
                <a:latin typeface="Times New Roman"/>
                <a:cs typeface="Times New Roman"/>
              </a:rPr>
              <a:t>along</a:t>
            </a:r>
            <a:r>
              <a:rPr sz="2900" spc="-35" dirty="0">
                <a:solidFill>
                  <a:srgbClr val="404040"/>
                </a:solidFill>
                <a:latin typeface="Times New Roman"/>
                <a:cs typeface="Times New Roman"/>
              </a:rPr>
              <a:t> </a:t>
            </a:r>
            <a:r>
              <a:rPr sz="2900" spc="-5" dirty="0">
                <a:solidFill>
                  <a:srgbClr val="404040"/>
                </a:solidFill>
                <a:latin typeface="Times New Roman"/>
                <a:cs typeface="Times New Roman"/>
              </a:rPr>
              <a:t>the</a:t>
            </a:r>
            <a:r>
              <a:rPr sz="2900" dirty="0">
                <a:solidFill>
                  <a:srgbClr val="404040"/>
                </a:solidFill>
                <a:latin typeface="Times New Roman"/>
                <a:cs typeface="Times New Roman"/>
              </a:rPr>
              <a:t> edges</a:t>
            </a:r>
            <a:r>
              <a:rPr sz="2900" spc="5" dirty="0">
                <a:solidFill>
                  <a:srgbClr val="404040"/>
                </a:solidFill>
                <a:latin typeface="Times New Roman"/>
                <a:cs typeface="Times New Roman"/>
              </a:rPr>
              <a:t> </a:t>
            </a:r>
            <a:r>
              <a:rPr sz="2900" spc="-10" dirty="0">
                <a:solidFill>
                  <a:srgbClr val="404040"/>
                </a:solidFill>
                <a:latin typeface="Times New Roman"/>
                <a:cs typeface="Times New Roman"/>
              </a:rPr>
              <a:t>of</a:t>
            </a:r>
            <a:r>
              <a:rPr sz="2900" spc="25" dirty="0">
                <a:solidFill>
                  <a:srgbClr val="404040"/>
                </a:solidFill>
                <a:latin typeface="Times New Roman"/>
                <a:cs typeface="Times New Roman"/>
              </a:rPr>
              <a:t> </a:t>
            </a:r>
            <a:r>
              <a:rPr sz="2900" spc="-5" dirty="0">
                <a:solidFill>
                  <a:srgbClr val="404040"/>
                </a:solidFill>
                <a:latin typeface="Times New Roman"/>
                <a:cs typeface="Times New Roman"/>
              </a:rPr>
              <a:t>the</a:t>
            </a:r>
            <a:r>
              <a:rPr sz="2900" dirty="0">
                <a:solidFill>
                  <a:srgbClr val="404040"/>
                </a:solidFill>
                <a:latin typeface="Times New Roman"/>
                <a:cs typeface="Times New Roman"/>
              </a:rPr>
              <a:t> </a:t>
            </a:r>
            <a:r>
              <a:rPr sz="2900" spc="-5" dirty="0">
                <a:solidFill>
                  <a:srgbClr val="404040"/>
                </a:solidFill>
                <a:latin typeface="Times New Roman"/>
                <a:cs typeface="Times New Roman"/>
              </a:rPr>
              <a:t>board.</a:t>
            </a:r>
            <a:r>
              <a:rPr sz="2900" spc="-180" dirty="0">
                <a:solidFill>
                  <a:srgbClr val="404040"/>
                </a:solidFill>
                <a:latin typeface="Times New Roman"/>
                <a:cs typeface="Times New Roman"/>
              </a:rPr>
              <a:t> </a:t>
            </a:r>
            <a:r>
              <a:rPr sz="2900" spc="-5" dirty="0">
                <a:solidFill>
                  <a:srgbClr val="404040"/>
                </a:solidFill>
                <a:latin typeface="Times New Roman"/>
                <a:cs typeface="Times New Roman"/>
              </a:rPr>
              <a:t>These</a:t>
            </a:r>
            <a:r>
              <a:rPr sz="2900" spc="-15" dirty="0">
                <a:solidFill>
                  <a:srgbClr val="404040"/>
                </a:solidFill>
                <a:latin typeface="Times New Roman"/>
                <a:cs typeface="Times New Roman"/>
              </a:rPr>
              <a:t> </a:t>
            </a:r>
            <a:r>
              <a:rPr sz="2900" spc="-10" dirty="0">
                <a:solidFill>
                  <a:srgbClr val="404040"/>
                </a:solidFill>
                <a:latin typeface="Times New Roman"/>
                <a:cs typeface="Times New Roman"/>
              </a:rPr>
              <a:t>pins</a:t>
            </a:r>
            <a:r>
              <a:rPr sz="2900" spc="-15" dirty="0">
                <a:solidFill>
                  <a:srgbClr val="404040"/>
                </a:solidFill>
                <a:latin typeface="Times New Roman"/>
                <a:cs typeface="Times New Roman"/>
              </a:rPr>
              <a:t> </a:t>
            </a:r>
            <a:r>
              <a:rPr sz="2900" spc="-5" dirty="0">
                <a:solidFill>
                  <a:srgbClr val="404040"/>
                </a:solidFill>
                <a:latin typeface="Times New Roman"/>
                <a:cs typeface="Times New Roman"/>
              </a:rPr>
              <a:t>provide </a:t>
            </a:r>
            <a:r>
              <a:rPr sz="2900" spc="10" dirty="0">
                <a:solidFill>
                  <a:srgbClr val="404040"/>
                </a:solidFill>
                <a:latin typeface="Times New Roman"/>
                <a:cs typeface="Times New Roman"/>
              </a:rPr>
              <a:t>a</a:t>
            </a:r>
            <a:r>
              <a:rPr sz="2900" spc="5" dirty="0">
                <a:solidFill>
                  <a:srgbClr val="404040"/>
                </a:solidFill>
                <a:latin typeface="Times New Roman"/>
                <a:cs typeface="Times New Roman"/>
              </a:rPr>
              <a:t> </a:t>
            </a:r>
            <a:r>
              <a:rPr sz="2900" spc="-5" dirty="0">
                <a:solidFill>
                  <a:srgbClr val="404040"/>
                </a:solidFill>
                <a:latin typeface="Times New Roman"/>
                <a:cs typeface="Times New Roman"/>
              </a:rPr>
              <a:t>crucial </a:t>
            </a:r>
            <a:r>
              <a:rPr sz="2900" spc="-710" dirty="0">
                <a:solidFill>
                  <a:srgbClr val="404040"/>
                </a:solidFill>
                <a:latin typeface="Times New Roman"/>
                <a:cs typeface="Times New Roman"/>
              </a:rPr>
              <a:t> </a:t>
            </a:r>
            <a:r>
              <a:rPr sz="2900" dirty="0">
                <a:solidFill>
                  <a:srgbClr val="404040"/>
                </a:solidFill>
                <a:latin typeface="Times New Roman"/>
                <a:cs typeface="Times New Roman"/>
              </a:rPr>
              <a:t>interface	</a:t>
            </a:r>
            <a:r>
              <a:rPr sz="2900" spc="-5" dirty="0">
                <a:solidFill>
                  <a:srgbClr val="404040"/>
                </a:solidFill>
                <a:latin typeface="Times New Roman"/>
                <a:cs typeface="Times New Roman"/>
              </a:rPr>
              <a:t>between the </a:t>
            </a:r>
            <a:r>
              <a:rPr sz="2900" spc="-10" dirty="0">
                <a:solidFill>
                  <a:srgbClr val="404040"/>
                </a:solidFill>
                <a:latin typeface="Times New Roman"/>
                <a:cs typeface="Times New Roman"/>
              </a:rPr>
              <a:t>Arduino </a:t>
            </a:r>
            <a:r>
              <a:rPr sz="2900" spc="10" dirty="0">
                <a:solidFill>
                  <a:srgbClr val="404040"/>
                </a:solidFill>
                <a:latin typeface="Times New Roman"/>
                <a:cs typeface="Times New Roman"/>
              </a:rPr>
              <a:t>and </a:t>
            </a:r>
            <a:r>
              <a:rPr sz="2900" dirty="0">
                <a:solidFill>
                  <a:srgbClr val="404040"/>
                </a:solidFill>
                <a:latin typeface="Times New Roman"/>
                <a:cs typeface="Times New Roman"/>
              </a:rPr>
              <a:t>external </a:t>
            </a:r>
            <a:r>
              <a:rPr sz="2900" spc="-5" dirty="0">
                <a:solidFill>
                  <a:srgbClr val="404040"/>
                </a:solidFill>
                <a:latin typeface="Times New Roman"/>
                <a:cs typeface="Times New Roman"/>
              </a:rPr>
              <a:t>components, </a:t>
            </a:r>
            <a:r>
              <a:rPr sz="2900" dirty="0">
                <a:solidFill>
                  <a:srgbClr val="404040"/>
                </a:solidFill>
                <a:latin typeface="Times New Roman"/>
                <a:cs typeface="Times New Roman"/>
              </a:rPr>
              <a:t>enabling </a:t>
            </a:r>
            <a:r>
              <a:rPr sz="2900" spc="-25" dirty="0">
                <a:solidFill>
                  <a:srgbClr val="404040"/>
                </a:solidFill>
                <a:latin typeface="Times New Roman"/>
                <a:cs typeface="Times New Roman"/>
              </a:rPr>
              <a:t>it to </a:t>
            </a:r>
            <a:r>
              <a:rPr sz="2900" spc="-5" dirty="0">
                <a:solidFill>
                  <a:srgbClr val="404040"/>
                </a:solidFill>
                <a:latin typeface="Times New Roman"/>
                <a:cs typeface="Times New Roman"/>
              </a:rPr>
              <a:t>read </a:t>
            </a:r>
            <a:r>
              <a:rPr sz="2900" dirty="0">
                <a:solidFill>
                  <a:srgbClr val="404040"/>
                </a:solidFill>
                <a:latin typeface="Times New Roman"/>
                <a:cs typeface="Times New Roman"/>
              </a:rPr>
              <a:t>inputs </a:t>
            </a:r>
            <a:r>
              <a:rPr sz="2900" spc="5" dirty="0">
                <a:solidFill>
                  <a:srgbClr val="404040"/>
                </a:solidFill>
                <a:latin typeface="Times New Roman"/>
                <a:cs typeface="Times New Roman"/>
              </a:rPr>
              <a:t> </a:t>
            </a:r>
            <a:r>
              <a:rPr sz="2900" dirty="0">
                <a:solidFill>
                  <a:srgbClr val="404040"/>
                </a:solidFill>
                <a:latin typeface="Times New Roman"/>
                <a:cs typeface="Times New Roman"/>
              </a:rPr>
              <a:t>from</a:t>
            </a:r>
            <a:r>
              <a:rPr sz="2900" spc="20" dirty="0">
                <a:solidFill>
                  <a:srgbClr val="404040"/>
                </a:solidFill>
                <a:latin typeface="Times New Roman"/>
                <a:cs typeface="Times New Roman"/>
              </a:rPr>
              <a:t> </a:t>
            </a:r>
            <a:r>
              <a:rPr sz="2900" spc="-10" dirty="0">
                <a:solidFill>
                  <a:srgbClr val="404040"/>
                </a:solidFill>
                <a:latin typeface="Times New Roman"/>
                <a:cs typeface="Times New Roman"/>
              </a:rPr>
              <a:t>sensors	</a:t>
            </a:r>
            <a:r>
              <a:rPr sz="2900" spc="10" dirty="0">
                <a:solidFill>
                  <a:srgbClr val="404040"/>
                </a:solidFill>
                <a:latin typeface="Times New Roman"/>
                <a:cs typeface="Times New Roman"/>
              </a:rPr>
              <a:t>and </a:t>
            </a:r>
            <a:r>
              <a:rPr sz="2900" spc="-10" dirty="0">
                <a:solidFill>
                  <a:srgbClr val="404040"/>
                </a:solidFill>
                <a:latin typeface="Times New Roman"/>
                <a:cs typeface="Times New Roman"/>
              </a:rPr>
              <a:t>control outputs </a:t>
            </a:r>
            <a:r>
              <a:rPr sz="2900" dirty="0">
                <a:solidFill>
                  <a:srgbClr val="404040"/>
                </a:solidFill>
                <a:latin typeface="Times New Roman"/>
                <a:cs typeface="Times New Roman"/>
              </a:rPr>
              <a:t>like </a:t>
            </a:r>
            <a:r>
              <a:rPr sz="2900" spc="10" dirty="0">
                <a:solidFill>
                  <a:srgbClr val="404040"/>
                </a:solidFill>
                <a:latin typeface="Times New Roman"/>
                <a:cs typeface="Times New Roman"/>
              </a:rPr>
              <a:t>LEDs </a:t>
            </a:r>
            <a:r>
              <a:rPr sz="2900" spc="25" dirty="0">
                <a:solidFill>
                  <a:srgbClr val="404040"/>
                </a:solidFill>
                <a:latin typeface="Times New Roman"/>
                <a:cs typeface="Times New Roman"/>
              </a:rPr>
              <a:t>or </a:t>
            </a:r>
            <a:r>
              <a:rPr sz="2900" spc="-10" dirty="0">
                <a:solidFill>
                  <a:srgbClr val="404040"/>
                </a:solidFill>
                <a:latin typeface="Times New Roman"/>
                <a:cs typeface="Times New Roman"/>
              </a:rPr>
              <a:t>motors. </a:t>
            </a:r>
            <a:r>
              <a:rPr sz="2900" dirty="0">
                <a:solidFill>
                  <a:srgbClr val="404040"/>
                </a:solidFill>
                <a:latin typeface="Times New Roman"/>
                <a:cs typeface="Times New Roman"/>
              </a:rPr>
              <a:t>The </a:t>
            </a:r>
            <a:r>
              <a:rPr sz="2900" spc="-10" dirty="0">
                <a:solidFill>
                  <a:srgbClr val="404040"/>
                </a:solidFill>
                <a:latin typeface="Times New Roman"/>
                <a:cs typeface="Times New Roman"/>
              </a:rPr>
              <a:t>board </a:t>
            </a:r>
            <a:r>
              <a:rPr sz="2900" dirty="0">
                <a:solidFill>
                  <a:srgbClr val="404040"/>
                </a:solidFill>
                <a:latin typeface="Times New Roman"/>
                <a:cs typeface="Times New Roman"/>
              </a:rPr>
              <a:t>includes </a:t>
            </a:r>
            <a:r>
              <a:rPr sz="2900" spc="-10" dirty="0">
                <a:solidFill>
                  <a:srgbClr val="404040"/>
                </a:solidFill>
                <a:latin typeface="Times New Roman"/>
                <a:cs typeface="Times New Roman"/>
              </a:rPr>
              <a:t>14 </a:t>
            </a:r>
            <a:r>
              <a:rPr sz="2900" spc="-15" dirty="0">
                <a:solidFill>
                  <a:srgbClr val="404040"/>
                </a:solidFill>
                <a:latin typeface="Times New Roman"/>
                <a:cs typeface="Times New Roman"/>
              </a:rPr>
              <a:t>digital </a:t>
            </a:r>
            <a:r>
              <a:rPr sz="2900" spc="-710" dirty="0">
                <a:solidFill>
                  <a:srgbClr val="404040"/>
                </a:solidFill>
                <a:latin typeface="Times New Roman"/>
                <a:cs typeface="Times New Roman"/>
              </a:rPr>
              <a:t> </a:t>
            </a:r>
            <a:r>
              <a:rPr sz="2900" spc="15" dirty="0">
                <a:solidFill>
                  <a:srgbClr val="404040"/>
                </a:solidFill>
                <a:latin typeface="Times New Roman"/>
                <a:cs typeface="Times New Roman"/>
              </a:rPr>
              <a:t>I/O </a:t>
            </a:r>
            <a:r>
              <a:rPr sz="2900" spc="-10" dirty="0">
                <a:solidFill>
                  <a:srgbClr val="404040"/>
                </a:solidFill>
                <a:latin typeface="Times New Roman"/>
                <a:cs typeface="Times New Roman"/>
              </a:rPr>
              <a:t>pins </a:t>
            </a:r>
            <a:r>
              <a:rPr sz="2900" spc="10" dirty="0">
                <a:solidFill>
                  <a:srgbClr val="404040"/>
                </a:solidFill>
                <a:latin typeface="Times New Roman"/>
                <a:cs typeface="Times New Roman"/>
              </a:rPr>
              <a:t>(6 </a:t>
            </a:r>
            <a:r>
              <a:rPr sz="2900" spc="-10" dirty="0">
                <a:solidFill>
                  <a:srgbClr val="404040"/>
                </a:solidFill>
                <a:latin typeface="Times New Roman"/>
                <a:cs typeface="Times New Roman"/>
              </a:rPr>
              <a:t>with </a:t>
            </a:r>
            <a:r>
              <a:rPr sz="2900" spc="5" dirty="0">
                <a:solidFill>
                  <a:srgbClr val="404040"/>
                </a:solidFill>
                <a:latin typeface="Times New Roman"/>
                <a:cs typeface="Times New Roman"/>
              </a:rPr>
              <a:t>PWM </a:t>
            </a:r>
            <a:r>
              <a:rPr sz="2900" spc="-10" dirty="0">
                <a:solidFill>
                  <a:srgbClr val="404040"/>
                </a:solidFill>
                <a:latin typeface="Times New Roman"/>
                <a:cs typeface="Times New Roman"/>
              </a:rPr>
              <a:t>capabilities), </a:t>
            </a:r>
            <a:r>
              <a:rPr sz="2900" spc="10" dirty="0">
                <a:solidFill>
                  <a:srgbClr val="404040"/>
                </a:solidFill>
                <a:latin typeface="Times New Roman"/>
                <a:cs typeface="Times New Roman"/>
              </a:rPr>
              <a:t>6 </a:t>
            </a:r>
            <a:r>
              <a:rPr sz="2900" dirty="0">
                <a:solidFill>
                  <a:srgbClr val="404040"/>
                </a:solidFill>
                <a:latin typeface="Times New Roman"/>
                <a:cs typeface="Times New Roman"/>
              </a:rPr>
              <a:t>analog </a:t>
            </a:r>
            <a:r>
              <a:rPr sz="2900" spc="-15" dirty="0">
                <a:solidFill>
                  <a:srgbClr val="404040"/>
                </a:solidFill>
                <a:latin typeface="Times New Roman"/>
                <a:cs typeface="Times New Roman"/>
              </a:rPr>
              <a:t>input </a:t>
            </a:r>
            <a:r>
              <a:rPr sz="2900" spc="-10" dirty="0">
                <a:solidFill>
                  <a:srgbClr val="404040"/>
                </a:solidFill>
                <a:latin typeface="Times New Roman"/>
                <a:cs typeface="Times New Roman"/>
              </a:rPr>
              <a:t>pins, </a:t>
            </a:r>
            <a:r>
              <a:rPr sz="2900" spc="10" dirty="0">
                <a:solidFill>
                  <a:srgbClr val="404040"/>
                </a:solidFill>
                <a:latin typeface="Times New Roman"/>
                <a:cs typeface="Times New Roman"/>
              </a:rPr>
              <a:t>and </a:t>
            </a:r>
            <a:r>
              <a:rPr sz="2900" spc="-10" dirty="0">
                <a:solidFill>
                  <a:srgbClr val="404040"/>
                </a:solidFill>
                <a:latin typeface="Times New Roman"/>
                <a:cs typeface="Times New Roman"/>
              </a:rPr>
              <a:t>dedicated </a:t>
            </a:r>
            <a:r>
              <a:rPr sz="2900" dirty="0">
                <a:solidFill>
                  <a:srgbClr val="404040"/>
                </a:solidFill>
                <a:latin typeface="Times New Roman"/>
                <a:cs typeface="Times New Roman"/>
              </a:rPr>
              <a:t>power </a:t>
            </a:r>
            <a:r>
              <a:rPr sz="2900" spc="-10" dirty="0">
                <a:solidFill>
                  <a:srgbClr val="404040"/>
                </a:solidFill>
                <a:latin typeface="Times New Roman"/>
                <a:cs typeface="Times New Roman"/>
              </a:rPr>
              <a:t>supply </a:t>
            </a:r>
            <a:r>
              <a:rPr sz="2900" spc="-710" dirty="0">
                <a:solidFill>
                  <a:srgbClr val="404040"/>
                </a:solidFill>
                <a:latin typeface="Times New Roman"/>
                <a:cs typeface="Times New Roman"/>
              </a:rPr>
              <a:t> </a:t>
            </a:r>
            <a:r>
              <a:rPr sz="2900" spc="10" dirty="0">
                <a:solidFill>
                  <a:srgbClr val="404040"/>
                </a:solidFill>
                <a:latin typeface="Times New Roman"/>
                <a:cs typeface="Times New Roman"/>
              </a:rPr>
              <a:t>pins </a:t>
            </a:r>
            <a:r>
              <a:rPr sz="2900" spc="-5" dirty="0">
                <a:solidFill>
                  <a:srgbClr val="404040"/>
                </a:solidFill>
                <a:latin typeface="Times New Roman"/>
                <a:cs typeface="Times New Roman"/>
              </a:rPr>
              <a:t>for </a:t>
            </a:r>
            <a:r>
              <a:rPr sz="2900" spc="-170" dirty="0">
                <a:solidFill>
                  <a:srgbClr val="404040"/>
                </a:solidFill>
                <a:latin typeface="Times New Roman"/>
                <a:cs typeface="Times New Roman"/>
              </a:rPr>
              <a:t>+5V, </a:t>
            </a:r>
            <a:r>
              <a:rPr sz="2900" spc="-114" dirty="0">
                <a:solidFill>
                  <a:srgbClr val="404040"/>
                </a:solidFill>
                <a:latin typeface="Times New Roman"/>
                <a:cs typeface="Times New Roman"/>
              </a:rPr>
              <a:t>+3.3V, </a:t>
            </a:r>
            <a:r>
              <a:rPr sz="2900" spc="10" dirty="0">
                <a:solidFill>
                  <a:srgbClr val="404040"/>
                </a:solidFill>
                <a:latin typeface="Times New Roman"/>
                <a:cs typeface="Times New Roman"/>
              </a:rPr>
              <a:t>and </a:t>
            </a:r>
            <a:r>
              <a:rPr sz="2900" spc="-10" dirty="0">
                <a:solidFill>
                  <a:srgbClr val="404040"/>
                </a:solidFill>
                <a:latin typeface="Times New Roman"/>
                <a:cs typeface="Times New Roman"/>
              </a:rPr>
              <a:t>ground. </a:t>
            </a:r>
            <a:r>
              <a:rPr sz="2900" spc="-40" dirty="0">
                <a:solidFill>
                  <a:srgbClr val="404040"/>
                </a:solidFill>
                <a:latin typeface="Times New Roman"/>
                <a:cs typeface="Times New Roman"/>
              </a:rPr>
              <a:t>Additionally, </a:t>
            </a:r>
            <a:r>
              <a:rPr sz="2900" spc="10" dirty="0">
                <a:solidFill>
                  <a:srgbClr val="404040"/>
                </a:solidFill>
                <a:latin typeface="Times New Roman"/>
                <a:cs typeface="Times New Roman"/>
              </a:rPr>
              <a:t>it </a:t>
            </a:r>
            <a:r>
              <a:rPr sz="2900" spc="5" dirty="0">
                <a:solidFill>
                  <a:srgbClr val="404040"/>
                </a:solidFill>
                <a:latin typeface="Times New Roman"/>
                <a:cs typeface="Times New Roman"/>
              </a:rPr>
              <a:t>features </a:t>
            </a:r>
            <a:r>
              <a:rPr sz="2900" spc="10" dirty="0">
                <a:solidFill>
                  <a:srgbClr val="404040"/>
                </a:solidFill>
                <a:latin typeface="Times New Roman"/>
                <a:cs typeface="Times New Roman"/>
              </a:rPr>
              <a:t>a </a:t>
            </a:r>
            <a:r>
              <a:rPr sz="2900" spc="-10" dirty="0">
                <a:solidFill>
                  <a:srgbClr val="404040"/>
                </a:solidFill>
                <a:latin typeface="Times New Roman"/>
                <a:cs typeface="Times New Roman"/>
              </a:rPr>
              <a:t>USB </a:t>
            </a:r>
            <a:r>
              <a:rPr sz="2900" spc="-15" dirty="0">
                <a:solidFill>
                  <a:srgbClr val="404040"/>
                </a:solidFill>
                <a:latin typeface="Times New Roman"/>
                <a:cs typeface="Times New Roman"/>
              </a:rPr>
              <a:t>connection </a:t>
            </a:r>
            <a:r>
              <a:rPr sz="2900" spc="-5" dirty="0">
                <a:solidFill>
                  <a:srgbClr val="404040"/>
                </a:solidFill>
                <a:latin typeface="Times New Roman"/>
                <a:cs typeface="Times New Roman"/>
              </a:rPr>
              <a:t>for </a:t>
            </a:r>
            <a:r>
              <a:rPr sz="2900" dirty="0">
                <a:solidFill>
                  <a:srgbClr val="404040"/>
                </a:solidFill>
                <a:latin typeface="Times New Roman"/>
                <a:cs typeface="Times New Roman"/>
              </a:rPr>
              <a:t> </a:t>
            </a:r>
            <a:r>
              <a:rPr sz="2900" spc="-10" dirty="0">
                <a:solidFill>
                  <a:srgbClr val="404040"/>
                </a:solidFill>
                <a:latin typeface="Times New Roman"/>
                <a:cs typeface="Times New Roman"/>
              </a:rPr>
              <a:t>programming</a:t>
            </a:r>
            <a:r>
              <a:rPr sz="2900" spc="-20" dirty="0">
                <a:solidFill>
                  <a:srgbClr val="404040"/>
                </a:solidFill>
                <a:latin typeface="Times New Roman"/>
                <a:cs typeface="Times New Roman"/>
              </a:rPr>
              <a:t> </a:t>
            </a:r>
            <a:r>
              <a:rPr sz="2900" spc="-10" dirty="0">
                <a:solidFill>
                  <a:srgbClr val="404040"/>
                </a:solidFill>
                <a:latin typeface="Times New Roman"/>
                <a:cs typeface="Times New Roman"/>
              </a:rPr>
              <a:t>and</a:t>
            </a:r>
            <a:r>
              <a:rPr sz="2900" spc="-15" dirty="0">
                <a:solidFill>
                  <a:srgbClr val="404040"/>
                </a:solidFill>
                <a:latin typeface="Times New Roman"/>
                <a:cs typeface="Times New Roman"/>
              </a:rPr>
              <a:t> </a:t>
            </a:r>
            <a:r>
              <a:rPr sz="2900" dirty="0">
                <a:solidFill>
                  <a:srgbClr val="404040"/>
                </a:solidFill>
                <a:latin typeface="Times New Roman"/>
                <a:cs typeface="Times New Roman"/>
              </a:rPr>
              <a:t>an</a:t>
            </a:r>
            <a:r>
              <a:rPr sz="2900" spc="15" dirty="0">
                <a:solidFill>
                  <a:srgbClr val="404040"/>
                </a:solidFill>
                <a:latin typeface="Times New Roman"/>
                <a:cs typeface="Times New Roman"/>
              </a:rPr>
              <a:t> </a:t>
            </a:r>
            <a:r>
              <a:rPr sz="2900" spc="-5" dirty="0">
                <a:solidFill>
                  <a:srgbClr val="404040"/>
                </a:solidFill>
                <a:latin typeface="Times New Roman"/>
                <a:cs typeface="Times New Roman"/>
              </a:rPr>
              <a:t>ICSP</a:t>
            </a:r>
            <a:r>
              <a:rPr sz="2900" spc="-215" dirty="0">
                <a:solidFill>
                  <a:srgbClr val="404040"/>
                </a:solidFill>
                <a:latin typeface="Times New Roman"/>
                <a:cs typeface="Times New Roman"/>
              </a:rPr>
              <a:t> </a:t>
            </a:r>
            <a:r>
              <a:rPr sz="2900" spc="-5" dirty="0">
                <a:solidFill>
                  <a:srgbClr val="404040"/>
                </a:solidFill>
                <a:latin typeface="Times New Roman"/>
                <a:cs typeface="Times New Roman"/>
              </a:rPr>
              <a:t>header</a:t>
            </a:r>
            <a:r>
              <a:rPr sz="2900" spc="10" dirty="0">
                <a:solidFill>
                  <a:srgbClr val="404040"/>
                </a:solidFill>
                <a:latin typeface="Times New Roman"/>
                <a:cs typeface="Times New Roman"/>
              </a:rPr>
              <a:t> </a:t>
            </a:r>
            <a:r>
              <a:rPr sz="2900" spc="-5" dirty="0">
                <a:solidFill>
                  <a:srgbClr val="404040"/>
                </a:solidFill>
                <a:latin typeface="Times New Roman"/>
                <a:cs typeface="Times New Roman"/>
              </a:rPr>
              <a:t>for</a:t>
            </a:r>
            <a:r>
              <a:rPr sz="2900" spc="-60" dirty="0">
                <a:solidFill>
                  <a:srgbClr val="404040"/>
                </a:solidFill>
                <a:latin typeface="Times New Roman"/>
                <a:cs typeface="Times New Roman"/>
              </a:rPr>
              <a:t> </a:t>
            </a:r>
            <a:r>
              <a:rPr sz="2900" spc="-5" dirty="0">
                <a:solidFill>
                  <a:srgbClr val="404040"/>
                </a:solidFill>
                <a:latin typeface="Times New Roman"/>
                <a:cs typeface="Times New Roman"/>
              </a:rPr>
              <a:t>direct</a:t>
            </a:r>
            <a:r>
              <a:rPr sz="2900" spc="10" dirty="0">
                <a:solidFill>
                  <a:srgbClr val="404040"/>
                </a:solidFill>
                <a:latin typeface="Times New Roman"/>
                <a:cs typeface="Times New Roman"/>
              </a:rPr>
              <a:t> </a:t>
            </a:r>
            <a:r>
              <a:rPr sz="2900" spc="-15" dirty="0">
                <a:solidFill>
                  <a:srgbClr val="404040"/>
                </a:solidFill>
                <a:latin typeface="Times New Roman"/>
                <a:cs typeface="Times New Roman"/>
              </a:rPr>
              <a:t>programming.</a:t>
            </a:r>
            <a:r>
              <a:rPr sz="2900" spc="-55" dirty="0">
                <a:solidFill>
                  <a:srgbClr val="404040"/>
                </a:solidFill>
                <a:latin typeface="Times New Roman"/>
                <a:cs typeface="Times New Roman"/>
              </a:rPr>
              <a:t> </a:t>
            </a:r>
            <a:r>
              <a:rPr sz="2900" spc="-5" dirty="0">
                <a:solidFill>
                  <a:srgbClr val="404040"/>
                </a:solidFill>
                <a:latin typeface="Times New Roman"/>
                <a:cs typeface="Times New Roman"/>
              </a:rPr>
              <a:t>These</a:t>
            </a:r>
            <a:endParaRPr sz="2900">
              <a:latin typeface="Times New Roman"/>
              <a:cs typeface="Times New Roman"/>
            </a:endParaRPr>
          </a:p>
          <a:p>
            <a:pPr marL="12700" marR="4683125">
              <a:lnSpc>
                <a:spcPct val="103499"/>
              </a:lnSpc>
              <a:spcBef>
                <a:spcPts val="5"/>
              </a:spcBef>
            </a:pPr>
            <a:r>
              <a:rPr sz="2900" spc="-15" dirty="0">
                <a:solidFill>
                  <a:srgbClr val="404040"/>
                </a:solidFill>
                <a:latin typeface="Times New Roman"/>
                <a:cs typeface="Times New Roman"/>
              </a:rPr>
              <a:t>e</a:t>
            </a:r>
            <a:r>
              <a:rPr sz="2900" spc="15" dirty="0">
                <a:solidFill>
                  <a:srgbClr val="404040"/>
                </a:solidFill>
                <a:latin typeface="Times New Roman"/>
                <a:cs typeface="Times New Roman"/>
              </a:rPr>
              <a:t>l</a:t>
            </a:r>
            <a:r>
              <a:rPr sz="2900" spc="-15" dirty="0">
                <a:solidFill>
                  <a:srgbClr val="404040"/>
                </a:solidFill>
                <a:latin typeface="Times New Roman"/>
                <a:cs typeface="Times New Roman"/>
              </a:rPr>
              <a:t>e</a:t>
            </a:r>
            <a:r>
              <a:rPr sz="2900" spc="-10" dirty="0">
                <a:solidFill>
                  <a:srgbClr val="404040"/>
                </a:solidFill>
                <a:latin typeface="Times New Roman"/>
                <a:cs typeface="Times New Roman"/>
              </a:rPr>
              <a:t>m</a:t>
            </a:r>
            <a:r>
              <a:rPr sz="2900" spc="-15" dirty="0">
                <a:solidFill>
                  <a:srgbClr val="404040"/>
                </a:solidFill>
                <a:latin typeface="Times New Roman"/>
                <a:cs typeface="Times New Roman"/>
              </a:rPr>
              <a:t>e</a:t>
            </a:r>
            <a:r>
              <a:rPr sz="2900" spc="-30" dirty="0">
                <a:solidFill>
                  <a:srgbClr val="404040"/>
                </a:solidFill>
                <a:latin typeface="Times New Roman"/>
                <a:cs typeface="Times New Roman"/>
              </a:rPr>
              <a:t>n</a:t>
            </a:r>
            <a:r>
              <a:rPr sz="2900" spc="15" dirty="0">
                <a:solidFill>
                  <a:srgbClr val="404040"/>
                </a:solidFill>
                <a:latin typeface="Times New Roman"/>
                <a:cs typeface="Times New Roman"/>
              </a:rPr>
              <a:t>t</a:t>
            </a:r>
            <a:r>
              <a:rPr sz="2900" spc="10" dirty="0">
                <a:solidFill>
                  <a:srgbClr val="404040"/>
                </a:solidFill>
                <a:latin typeface="Times New Roman"/>
                <a:cs typeface="Times New Roman"/>
              </a:rPr>
              <a:t>s</a:t>
            </a:r>
            <a:r>
              <a:rPr sz="2900" spc="-105" dirty="0">
                <a:solidFill>
                  <a:srgbClr val="404040"/>
                </a:solidFill>
                <a:latin typeface="Times New Roman"/>
                <a:cs typeface="Times New Roman"/>
              </a:rPr>
              <a:t> </a:t>
            </a:r>
            <a:r>
              <a:rPr sz="2900" spc="10" dirty="0">
                <a:solidFill>
                  <a:srgbClr val="404040"/>
                </a:solidFill>
                <a:latin typeface="Times New Roman"/>
                <a:cs typeface="Times New Roman"/>
              </a:rPr>
              <a:t>t</a:t>
            </a:r>
            <a:r>
              <a:rPr sz="2900" spc="-30" dirty="0">
                <a:solidFill>
                  <a:srgbClr val="404040"/>
                </a:solidFill>
                <a:latin typeface="Times New Roman"/>
                <a:cs typeface="Times New Roman"/>
              </a:rPr>
              <a:t>og</a:t>
            </a:r>
            <a:r>
              <a:rPr sz="2900" spc="55" dirty="0">
                <a:solidFill>
                  <a:srgbClr val="404040"/>
                </a:solidFill>
                <a:latin typeface="Times New Roman"/>
                <a:cs typeface="Times New Roman"/>
              </a:rPr>
              <a:t>e</a:t>
            </a:r>
            <a:r>
              <a:rPr sz="2900" spc="-60" dirty="0">
                <a:solidFill>
                  <a:srgbClr val="404040"/>
                </a:solidFill>
                <a:latin typeface="Times New Roman"/>
                <a:cs typeface="Times New Roman"/>
              </a:rPr>
              <a:t>t</a:t>
            </a:r>
            <a:r>
              <a:rPr sz="2900" spc="40" dirty="0">
                <a:solidFill>
                  <a:srgbClr val="404040"/>
                </a:solidFill>
                <a:latin typeface="Times New Roman"/>
                <a:cs typeface="Times New Roman"/>
              </a:rPr>
              <a:t>h</a:t>
            </a:r>
            <a:r>
              <a:rPr sz="2900" spc="-15" dirty="0">
                <a:solidFill>
                  <a:srgbClr val="404040"/>
                </a:solidFill>
                <a:latin typeface="Times New Roman"/>
                <a:cs typeface="Times New Roman"/>
              </a:rPr>
              <a:t>e</a:t>
            </a:r>
            <a:r>
              <a:rPr sz="2900" spc="5" dirty="0">
                <a:solidFill>
                  <a:srgbClr val="404040"/>
                </a:solidFill>
                <a:latin typeface="Times New Roman"/>
                <a:cs typeface="Times New Roman"/>
              </a:rPr>
              <a:t>r </a:t>
            </a:r>
            <a:r>
              <a:rPr sz="2900" spc="-10" dirty="0">
                <a:solidFill>
                  <a:srgbClr val="404040"/>
                </a:solidFill>
                <a:latin typeface="Times New Roman"/>
                <a:cs typeface="Times New Roman"/>
              </a:rPr>
              <a:t>m</a:t>
            </a:r>
            <a:r>
              <a:rPr sz="2900" spc="-15" dirty="0">
                <a:solidFill>
                  <a:srgbClr val="404040"/>
                </a:solidFill>
                <a:latin typeface="Times New Roman"/>
                <a:cs typeface="Times New Roman"/>
              </a:rPr>
              <a:t>a</a:t>
            </a:r>
            <a:r>
              <a:rPr sz="2900" spc="-30" dirty="0">
                <a:solidFill>
                  <a:srgbClr val="404040"/>
                </a:solidFill>
                <a:latin typeface="Times New Roman"/>
                <a:cs typeface="Times New Roman"/>
              </a:rPr>
              <a:t>k</a:t>
            </a:r>
            <a:r>
              <a:rPr sz="2900" spc="10" dirty="0">
                <a:solidFill>
                  <a:srgbClr val="404040"/>
                </a:solidFill>
                <a:latin typeface="Times New Roman"/>
                <a:cs typeface="Times New Roman"/>
              </a:rPr>
              <a:t>e</a:t>
            </a:r>
            <a:r>
              <a:rPr sz="2900" spc="-10" dirty="0">
                <a:solidFill>
                  <a:srgbClr val="404040"/>
                </a:solidFill>
                <a:latin typeface="Times New Roman"/>
                <a:cs typeface="Times New Roman"/>
              </a:rPr>
              <a:t> </a:t>
            </a:r>
            <a:r>
              <a:rPr sz="2900" spc="10" dirty="0">
                <a:solidFill>
                  <a:srgbClr val="404040"/>
                </a:solidFill>
                <a:latin typeface="Times New Roman"/>
                <a:cs typeface="Times New Roman"/>
              </a:rPr>
              <a:t>t</a:t>
            </a:r>
            <a:r>
              <a:rPr sz="2900" spc="-30" dirty="0">
                <a:solidFill>
                  <a:srgbClr val="404040"/>
                </a:solidFill>
                <a:latin typeface="Times New Roman"/>
                <a:cs typeface="Times New Roman"/>
              </a:rPr>
              <a:t>h</a:t>
            </a:r>
            <a:r>
              <a:rPr sz="2900" spc="10" dirty="0">
                <a:solidFill>
                  <a:srgbClr val="404040"/>
                </a:solidFill>
                <a:latin typeface="Times New Roman"/>
                <a:cs typeface="Times New Roman"/>
              </a:rPr>
              <a:t>e</a:t>
            </a:r>
            <a:r>
              <a:rPr sz="2900" spc="-325" dirty="0">
                <a:solidFill>
                  <a:srgbClr val="404040"/>
                </a:solidFill>
                <a:latin typeface="Times New Roman"/>
                <a:cs typeface="Times New Roman"/>
              </a:rPr>
              <a:t> </a:t>
            </a:r>
            <a:r>
              <a:rPr sz="2900" dirty="0">
                <a:solidFill>
                  <a:srgbClr val="404040"/>
                </a:solidFill>
                <a:latin typeface="Times New Roman"/>
                <a:cs typeface="Times New Roman"/>
              </a:rPr>
              <a:t>A</a:t>
            </a:r>
            <a:r>
              <a:rPr sz="2900" spc="5" dirty="0">
                <a:solidFill>
                  <a:srgbClr val="404040"/>
                </a:solidFill>
                <a:latin typeface="Times New Roman"/>
                <a:cs typeface="Times New Roman"/>
              </a:rPr>
              <a:t>r</a:t>
            </a:r>
            <a:r>
              <a:rPr sz="2900" spc="-30" dirty="0">
                <a:solidFill>
                  <a:srgbClr val="404040"/>
                </a:solidFill>
                <a:latin typeface="Times New Roman"/>
                <a:cs typeface="Times New Roman"/>
              </a:rPr>
              <a:t>du</a:t>
            </a:r>
            <a:r>
              <a:rPr sz="2900" spc="10" dirty="0">
                <a:solidFill>
                  <a:srgbClr val="404040"/>
                </a:solidFill>
                <a:latin typeface="Times New Roman"/>
                <a:cs typeface="Times New Roman"/>
              </a:rPr>
              <a:t>i</a:t>
            </a:r>
            <a:r>
              <a:rPr sz="2900" spc="-30" dirty="0">
                <a:solidFill>
                  <a:srgbClr val="404040"/>
                </a:solidFill>
                <a:latin typeface="Times New Roman"/>
                <a:cs typeface="Times New Roman"/>
              </a:rPr>
              <a:t>n</a:t>
            </a:r>
            <a:r>
              <a:rPr sz="2900" spc="10" dirty="0">
                <a:solidFill>
                  <a:srgbClr val="404040"/>
                </a:solidFill>
                <a:latin typeface="Times New Roman"/>
                <a:cs typeface="Times New Roman"/>
              </a:rPr>
              <a:t>o</a:t>
            </a:r>
            <a:r>
              <a:rPr sz="2900" spc="-20" dirty="0">
                <a:solidFill>
                  <a:srgbClr val="404040"/>
                </a:solidFill>
                <a:latin typeface="Times New Roman"/>
                <a:cs typeface="Times New Roman"/>
              </a:rPr>
              <a:t> </a:t>
            </a:r>
            <a:r>
              <a:rPr sz="2900" dirty="0">
                <a:solidFill>
                  <a:srgbClr val="404040"/>
                </a:solidFill>
                <a:latin typeface="Times New Roman"/>
                <a:cs typeface="Times New Roman"/>
              </a:rPr>
              <a:t>UN</a:t>
            </a:r>
            <a:r>
              <a:rPr sz="2900" spc="15" dirty="0">
                <a:solidFill>
                  <a:srgbClr val="404040"/>
                </a:solidFill>
                <a:latin typeface="Times New Roman"/>
                <a:cs typeface="Times New Roman"/>
              </a:rPr>
              <a:t>O</a:t>
            </a:r>
            <a:r>
              <a:rPr sz="2900" dirty="0">
                <a:solidFill>
                  <a:srgbClr val="404040"/>
                </a:solidFill>
                <a:latin typeface="Times New Roman"/>
                <a:cs typeface="Times New Roman"/>
              </a:rPr>
              <a:t> </a:t>
            </a:r>
            <a:r>
              <a:rPr sz="2900" spc="10" dirty="0">
                <a:solidFill>
                  <a:srgbClr val="404040"/>
                </a:solidFill>
                <a:latin typeface="Times New Roman"/>
                <a:cs typeface="Times New Roman"/>
              </a:rPr>
              <a:t>a</a:t>
            </a:r>
            <a:r>
              <a:rPr sz="2900" spc="-5" dirty="0">
                <a:solidFill>
                  <a:srgbClr val="404040"/>
                </a:solidFill>
                <a:latin typeface="Times New Roman"/>
                <a:cs typeface="Times New Roman"/>
              </a:rPr>
              <a:t> </a:t>
            </a:r>
            <a:r>
              <a:rPr sz="2900" spc="-30" dirty="0">
                <a:solidFill>
                  <a:srgbClr val="404040"/>
                </a:solidFill>
                <a:latin typeface="Times New Roman"/>
                <a:cs typeface="Times New Roman"/>
              </a:rPr>
              <a:t>p</a:t>
            </a:r>
            <a:r>
              <a:rPr sz="2900" spc="40" dirty="0">
                <a:solidFill>
                  <a:srgbClr val="404040"/>
                </a:solidFill>
                <a:latin typeface="Times New Roman"/>
                <a:cs typeface="Times New Roman"/>
              </a:rPr>
              <a:t>o</a:t>
            </a:r>
            <a:r>
              <a:rPr sz="2900" dirty="0">
                <a:solidFill>
                  <a:srgbClr val="404040"/>
                </a:solidFill>
                <a:latin typeface="Times New Roman"/>
                <a:cs typeface="Times New Roman"/>
              </a:rPr>
              <a:t>w</a:t>
            </a:r>
            <a:r>
              <a:rPr sz="2900" spc="-15" dirty="0">
                <a:solidFill>
                  <a:srgbClr val="404040"/>
                </a:solidFill>
                <a:latin typeface="Times New Roman"/>
                <a:cs typeface="Times New Roman"/>
              </a:rPr>
              <a:t>e</a:t>
            </a:r>
            <a:r>
              <a:rPr sz="2900" spc="5" dirty="0">
                <a:solidFill>
                  <a:srgbClr val="404040"/>
                </a:solidFill>
                <a:latin typeface="Times New Roman"/>
                <a:cs typeface="Times New Roman"/>
              </a:rPr>
              <a:t>rf</a:t>
            </a:r>
            <a:r>
              <a:rPr sz="2900" spc="-30" dirty="0">
                <a:solidFill>
                  <a:srgbClr val="404040"/>
                </a:solidFill>
                <a:latin typeface="Times New Roman"/>
                <a:cs typeface="Times New Roman"/>
              </a:rPr>
              <a:t>u</a:t>
            </a:r>
            <a:r>
              <a:rPr sz="2900" spc="5" dirty="0">
                <a:solidFill>
                  <a:srgbClr val="404040"/>
                </a:solidFill>
                <a:latin typeface="Times New Roman"/>
                <a:cs typeface="Times New Roman"/>
              </a:rPr>
              <a:t>l  </a:t>
            </a:r>
            <a:r>
              <a:rPr sz="2900" spc="-10" dirty="0">
                <a:solidFill>
                  <a:srgbClr val="404040"/>
                </a:solidFill>
                <a:latin typeface="Times New Roman"/>
                <a:cs typeface="Times New Roman"/>
              </a:rPr>
              <a:t>tool</a:t>
            </a:r>
            <a:r>
              <a:rPr sz="2900" dirty="0">
                <a:solidFill>
                  <a:srgbClr val="404040"/>
                </a:solidFill>
                <a:latin typeface="Times New Roman"/>
                <a:cs typeface="Times New Roman"/>
              </a:rPr>
              <a:t> </a:t>
            </a:r>
            <a:r>
              <a:rPr sz="2900" spc="-5" dirty="0">
                <a:solidFill>
                  <a:srgbClr val="404040"/>
                </a:solidFill>
                <a:latin typeface="Times New Roman"/>
                <a:cs typeface="Times New Roman"/>
              </a:rPr>
              <a:t>for</a:t>
            </a:r>
            <a:r>
              <a:rPr sz="2900" spc="-70" dirty="0">
                <a:solidFill>
                  <a:srgbClr val="404040"/>
                </a:solidFill>
                <a:latin typeface="Times New Roman"/>
                <a:cs typeface="Times New Roman"/>
              </a:rPr>
              <a:t> </a:t>
            </a:r>
            <a:r>
              <a:rPr sz="2900" spc="10" dirty="0">
                <a:solidFill>
                  <a:srgbClr val="404040"/>
                </a:solidFill>
                <a:latin typeface="Times New Roman"/>
                <a:cs typeface="Times New Roman"/>
              </a:rPr>
              <a:t>a</a:t>
            </a:r>
            <a:r>
              <a:rPr sz="2900" spc="5" dirty="0">
                <a:solidFill>
                  <a:srgbClr val="404040"/>
                </a:solidFill>
                <a:latin typeface="Times New Roman"/>
                <a:cs typeface="Times New Roman"/>
              </a:rPr>
              <a:t> </a:t>
            </a:r>
            <a:r>
              <a:rPr sz="2900" dirty="0">
                <a:solidFill>
                  <a:srgbClr val="404040"/>
                </a:solidFill>
                <a:latin typeface="Times New Roman"/>
                <a:cs typeface="Times New Roman"/>
              </a:rPr>
              <a:t>wide</a:t>
            </a:r>
            <a:r>
              <a:rPr sz="2900" spc="-10" dirty="0">
                <a:solidFill>
                  <a:srgbClr val="404040"/>
                </a:solidFill>
                <a:latin typeface="Times New Roman"/>
                <a:cs typeface="Times New Roman"/>
              </a:rPr>
              <a:t> range </a:t>
            </a:r>
            <a:r>
              <a:rPr sz="2900" spc="25" dirty="0">
                <a:solidFill>
                  <a:srgbClr val="404040"/>
                </a:solidFill>
                <a:latin typeface="Times New Roman"/>
                <a:cs typeface="Times New Roman"/>
              </a:rPr>
              <a:t>of</a:t>
            </a:r>
            <a:r>
              <a:rPr sz="2900" spc="-65" dirty="0">
                <a:solidFill>
                  <a:srgbClr val="404040"/>
                </a:solidFill>
                <a:latin typeface="Times New Roman"/>
                <a:cs typeface="Times New Roman"/>
              </a:rPr>
              <a:t> </a:t>
            </a:r>
            <a:r>
              <a:rPr sz="2900" spc="-10" dirty="0">
                <a:solidFill>
                  <a:srgbClr val="404040"/>
                </a:solidFill>
                <a:latin typeface="Times New Roman"/>
                <a:cs typeface="Times New Roman"/>
              </a:rPr>
              <a:t>electronics</a:t>
            </a:r>
            <a:r>
              <a:rPr sz="2900" spc="-25" dirty="0">
                <a:solidFill>
                  <a:srgbClr val="404040"/>
                </a:solidFill>
                <a:latin typeface="Times New Roman"/>
                <a:cs typeface="Times New Roman"/>
              </a:rPr>
              <a:t> </a:t>
            </a:r>
            <a:r>
              <a:rPr sz="2900" spc="-5" dirty="0">
                <a:solidFill>
                  <a:srgbClr val="404040"/>
                </a:solidFill>
                <a:latin typeface="Times New Roman"/>
                <a:cs typeface="Times New Roman"/>
              </a:rPr>
              <a:t>projects.</a:t>
            </a:r>
            <a:endParaRPr sz="2900">
              <a:latin typeface="Times New Roman"/>
              <a:cs typeface="Times New Roman"/>
            </a:endParaRPr>
          </a:p>
        </p:txBody>
      </p:sp>
      <p:pic>
        <p:nvPicPr>
          <p:cNvPr id="9" name="object 9"/>
          <p:cNvPicPr/>
          <p:nvPr/>
        </p:nvPicPr>
        <p:blipFill>
          <a:blip r:embed="rId5" cstate="print"/>
          <a:stretch>
            <a:fillRect/>
          </a:stretch>
        </p:blipFill>
        <p:spPr>
          <a:xfrm>
            <a:off x="9886950" y="5181600"/>
            <a:ext cx="6810375" cy="3790950"/>
          </a:xfrm>
          <a:prstGeom prst="rect">
            <a:avLst/>
          </a:prstGeom>
        </p:spPr>
      </p:pic>
      <p:sp>
        <p:nvSpPr>
          <p:cNvPr id="10" name="object 10"/>
          <p:cNvSpPr txBox="1">
            <a:spLocks noGrp="1"/>
          </p:cNvSpPr>
          <p:nvPr>
            <p:ph type="title"/>
          </p:nvPr>
        </p:nvSpPr>
        <p:spPr>
          <a:xfrm>
            <a:off x="1391285" y="958278"/>
            <a:ext cx="11216640" cy="849630"/>
          </a:xfrm>
          <a:prstGeom prst="rect">
            <a:avLst/>
          </a:prstGeom>
        </p:spPr>
        <p:txBody>
          <a:bodyPr vert="horz" wrap="square" lIns="0" tIns="13335" rIns="0" bIns="0" rtlCol="0">
            <a:spAutoFit/>
          </a:bodyPr>
          <a:lstStyle/>
          <a:p>
            <a:pPr marL="12700">
              <a:lnSpc>
                <a:spcPct val="100000"/>
              </a:lnSpc>
              <a:spcBef>
                <a:spcPts val="105"/>
              </a:spcBef>
            </a:pPr>
            <a:r>
              <a:rPr spc="-5" dirty="0">
                <a:solidFill>
                  <a:srgbClr val="000000"/>
                </a:solidFill>
              </a:rPr>
              <a:t>Gpio(General</a:t>
            </a:r>
            <a:r>
              <a:rPr spc="-35" dirty="0">
                <a:solidFill>
                  <a:srgbClr val="000000"/>
                </a:solidFill>
              </a:rPr>
              <a:t> </a:t>
            </a:r>
            <a:r>
              <a:rPr dirty="0">
                <a:solidFill>
                  <a:srgbClr val="000000"/>
                </a:solidFill>
              </a:rPr>
              <a:t>Purpose</a:t>
            </a:r>
            <a:r>
              <a:rPr spc="-50" dirty="0">
                <a:solidFill>
                  <a:srgbClr val="000000"/>
                </a:solidFill>
              </a:rPr>
              <a:t> </a:t>
            </a:r>
            <a:r>
              <a:rPr spc="-5" dirty="0">
                <a:solidFill>
                  <a:srgbClr val="000000"/>
                </a:solidFill>
              </a:rPr>
              <a:t>Input/Output):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The</a:t>
            </a:r>
            <a:r>
              <a:rPr spc="-5" dirty="0"/>
              <a:t> </a:t>
            </a:r>
            <a:r>
              <a:rPr dirty="0"/>
              <a:t>Drunk Driving</a:t>
            </a:r>
            <a:r>
              <a:rPr spc="-15" dirty="0"/>
              <a:t> </a:t>
            </a:r>
            <a:r>
              <a:rPr dirty="0"/>
              <a:t>Detection System consists of </a:t>
            </a:r>
            <a:r>
              <a:rPr spc="-5" dirty="0"/>
              <a:t>below</a:t>
            </a:r>
          </a:p>
        </p:txBody>
      </p:sp>
      <p:sp>
        <p:nvSpPr>
          <p:cNvPr id="3" name="object 3"/>
          <p:cNvSpPr txBox="1"/>
          <p:nvPr/>
        </p:nvSpPr>
        <p:spPr>
          <a:xfrm>
            <a:off x="6521068" y="1700148"/>
            <a:ext cx="3724910" cy="849630"/>
          </a:xfrm>
          <a:prstGeom prst="rect">
            <a:avLst/>
          </a:prstGeom>
        </p:spPr>
        <p:txBody>
          <a:bodyPr vert="horz" wrap="square" lIns="0" tIns="13335" rIns="0" bIns="0" rtlCol="0">
            <a:spAutoFit/>
          </a:bodyPr>
          <a:lstStyle/>
          <a:p>
            <a:pPr marL="12700">
              <a:lnSpc>
                <a:spcPct val="100000"/>
              </a:lnSpc>
              <a:spcBef>
                <a:spcPts val="105"/>
              </a:spcBef>
            </a:pPr>
            <a:r>
              <a:rPr sz="5400" b="1" dirty="0">
                <a:solidFill>
                  <a:srgbClr val="294484"/>
                </a:solidFill>
                <a:latin typeface="Times New Roman"/>
                <a:cs typeface="Times New Roman"/>
              </a:rPr>
              <a:t>Components</a:t>
            </a:r>
            <a:endParaRPr sz="5400">
              <a:latin typeface="Times New Roman"/>
              <a:cs typeface="Times New Roman"/>
            </a:endParaRPr>
          </a:p>
        </p:txBody>
      </p:sp>
      <p:sp>
        <p:nvSpPr>
          <p:cNvPr id="4" name="object 4"/>
          <p:cNvSpPr txBox="1"/>
          <p:nvPr/>
        </p:nvSpPr>
        <p:spPr>
          <a:xfrm>
            <a:off x="1608455" y="2293302"/>
            <a:ext cx="1990725" cy="517525"/>
          </a:xfrm>
          <a:prstGeom prst="rect">
            <a:avLst/>
          </a:prstGeom>
        </p:spPr>
        <p:txBody>
          <a:bodyPr vert="horz" wrap="square" lIns="0" tIns="15875" rIns="0" bIns="0" rtlCol="0">
            <a:spAutoFit/>
          </a:bodyPr>
          <a:lstStyle/>
          <a:p>
            <a:pPr marL="12700">
              <a:lnSpc>
                <a:spcPct val="100000"/>
              </a:lnSpc>
              <a:spcBef>
                <a:spcPts val="125"/>
              </a:spcBef>
            </a:pPr>
            <a:r>
              <a:rPr sz="3200" b="1" spc="15" dirty="0">
                <a:solidFill>
                  <a:srgbClr val="404040"/>
                </a:solidFill>
                <a:latin typeface="Times New Roman"/>
                <a:cs typeface="Times New Roman"/>
              </a:rPr>
              <a:t>C</a:t>
            </a:r>
            <a:r>
              <a:rPr sz="3200" b="1" spc="-40" dirty="0">
                <a:solidFill>
                  <a:srgbClr val="404040"/>
                </a:solidFill>
                <a:latin typeface="Times New Roman"/>
                <a:cs typeface="Times New Roman"/>
              </a:rPr>
              <a:t>o</a:t>
            </a:r>
            <a:r>
              <a:rPr sz="3200" b="1" spc="15" dirty="0">
                <a:solidFill>
                  <a:srgbClr val="404040"/>
                </a:solidFill>
                <a:latin typeface="Times New Roman"/>
                <a:cs typeface="Times New Roman"/>
              </a:rPr>
              <a:t>n</a:t>
            </a:r>
            <a:r>
              <a:rPr sz="3200" b="1" spc="-15" dirty="0">
                <a:solidFill>
                  <a:srgbClr val="404040"/>
                </a:solidFill>
                <a:latin typeface="Times New Roman"/>
                <a:cs typeface="Times New Roman"/>
              </a:rPr>
              <a:t>t</a:t>
            </a:r>
            <a:r>
              <a:rPr sz="3200" b="1" spc="10" dirty="0">
                <a:solidFill>
                  <a:srgbClr val="404040"/>
                </a:solidFill>
                <a:latin typeface="Times New Roman"/>
                <a:cs typeface="Times New Roman"/>
              </a:rPr>
              <a:t>r</a:t>
            </a:r>
            <a:r>
              <a:rPr sz="3200" b="1" spc="-35" dirty="0">
                <a:solidFill>
                  <a:srgbClr val="404040"/>
                </a:solidFill>
                <a:latin typeface="Times New Roman"/>
                <a:cs typeface="Times New Roman"/>
              </a:rPr>
              <a:t>o</a:t>
            </a:r>
            <a:r>
              <a:rPr sz="3200" b="1" spc="5" dirty="0">
                <a:solidFill>
                  <a:srgbClr val="404040"/>
                </a:solidFill>
                <a:latin typeface="Times New Roman"/>
                <a:cs typeface="Times New Roman"/>
              </a:rPr>
              <a:t>lle</a:t>
            </a:r>
            <a:r>
              <a:rPr sz="3200" b="1" dirty="0">
                <a:solidFill>
                  <a:srgbClr val="404040"/>
                </a:solidFill>
                <a:latin typeface="Times New Roman"/>
                <a:cs typeface="Times New Roman"/>
              </a:rPr>
              <a:t>r</a:t>
            </a:r>
            <a:r>
              <a:rPr sz="3200" b="1" spc="5" dirty="0">
                <a:solidFill>
                  <a:srgbClr val="404040"/>
                </a:solidFill>
                <a:latin typeface="Times New Roman"/>
                <a:cs typeface="Times New Roman"/>
              </a:rPr>
              <a:t>:</a:t>
            </a:r>
            <a:endParaRPr sz="3200">
              <a:latin typeface="Times New Roman"/>
              <a:cs typeface="Times New Roman"/>
            </a:endParaRPr>
          </a:p>
        </p:txBody>
      </p:sp>
      <p:sp>
        <p:nvSpPr>
          <p:cNvPr id="5" name="object 5"/>
          <p:cNvSpPr txBox="1">
            <a:spLocks noGrp="1"/>
          </p:cNvSpPr>
          <p:nvPr>
            <p:ph type="body" idx="1"/>
          </p:nvPr>
        </p:nvSpPr>
        <p:spPr>
          <a:prstGeom prst="rect">
            <a:avLst/>
          </a:prstGeom>
        </p:spPr>
        <p:txBody>
          <a:bodyPr vert="horz" wrap="square" lIns="0" tIns="12700" rIns="0" bIns="0" rtlCol="0">
            <a:spAutoFit/>
          </a:bodyPr>
          <a:lstStyle/>
          <a:p>
            <a:pPr marL="12700" marR="7620">
              <a:lnSpc>
                <a:spcPct val="100000"/>
              </a:lnSpc>
              <a:spcBef>
                <a:spcPts val="100"/>
              </a:spcBef>
            </a:pPr>
            <a:r>
              <a:rPr spc="10" dirty="0"/>
              <a:t>The</a:t>
            </a:r>
            <a:r>
              <a:rPr spc="-55" dirty="0"/>
              <a:t> </a:t>
            </a:r>
            <a:r>
              <a:rPr spc="5" dirty="0"/>
              <a:t>Arduino </a:t>
            </a:r>
            <a:r>
              <a:rPr dirty="0"/>
              <a:t>Uno</a:t>
            </a:r>
            <a:r>
              <a:rPr spc="5" dirty="0"/>
              <a:t> </a:t>
            </a:r>
            <a:r>
              <a:rPr dirty="0"/>
              <a:t>microcontroller</a:t>
            </a:r>
            <a:r>
              <a:rPr spc="-20" dirty="0"/>
              <a:t> </a:t>
            </a:r>
            <a:r>
              <a:rPr dirty="0"/>
              <a:t>manages</a:t>
            </a:r>
            <a:r>
              <a:rPr spc="-40" dirty="0"/>
              <a:t> </a:t>
            </a:r>
            <a:r>
              <a:rPr spc="-5" dirty="0"/>
              <a:t>the</a:t>
            </a:r>
            <a:r>
              <a:rPr spc="20" dirty="0"/>
              <a:t> </a:t>
            </a:r>
            <a:r>
              <a:rPr spc="-5" dirty="0"/>
              <a:t>system,</a:t>
            </a:r>
            <a:r>
              <a:rPr spc="5" dirty="0"/>
              <a:t> </a:t>
            </a:r>
            <a:r>
              <a:rPr dirty="0"/>
              <a:t>programmed</a:t>
            </a:r>
            <a:r>
              <a:rPr spc="5" dirty="0"/>
              <a:t> </a:t>
            </a:r>
            <a:r>
              <a:rPr spc="-10" dirty="0"/>
              <a:t>to</a:t>
            </a:r>
            <a:r>
              <a:rPr spc="5" dirty="0"/>
              <a:t> </a:t>
            </a:r>
            <a:r>
              <a:rPr dirty="0"/>
              <a:t>respond</a:t>
            </a:r>
            <a:r>
              <a:rPr spc="5" dirty="0"/>
              <a:t> </a:t>
            </a:r>
            <a:r>
              <a:rPr spc="-10" dirty="0"/>
              <a:t>to</a:t>
            </a:r>
            <a:r>
              <a:rPr spc="10" dirty="0"/>
              <a:t> </a:t>
            </a:r>
            <a:r>
              <a:rPr spc="-5" dirty="0"/>
              <a:t>inputs</a:t>
            </a:r>
            <a:r>
              <a:rPr spc="35" dirty="0"/>
              <a:t> </a:t>
            </a:r>
            <a:r>
              <a:rPr spc="-15" dirty="0"/>
              <a:t>from </a:t>
            </a:r>
            <a:r>
              <a:rPr spc="-735" dirty="0"/>
              <a:t> </a:t>
            </a:r>
            <a:r>
              <a:rPr spc="5" dirty="0"/>
              <a:t>connected </a:t>
            </a:r>
            <a:r>
              <a:rPr spc="-10" dirty="0"/>
              <a:t>sensors. </a:t>
            </a:r>
            <a:r>
              <a:rPr spc="20" dirty="0"/>
              <a:t>It </a:t>
            </a:r>
            <a:r>
              <a:rPr dirty="0"/>
              <a:t>continuously </a:t>
            </a:r>
            <a:r>
              <a:rPr spc="-10" dirty="0"/>
              <a:t>monitors </a:t>
            </a:r>
            <a:r>
              <a:rPr spc="-5" dirty="0"/>
              <a:t>the </a:t>
            </a:r>
            <a:r>
              <a:rPr dirty="0"/>
              <a:t>driver's </a:t>
            </a:r>
            <a:r>
              <a:rPr spc="-5" dirty="0"/>
              <a:t>breath </a:t>
            </a:r>
            <a:r>
              <a:rPr dirty="0"/>
              <a:t>and </a:t>
            </a:r>
            <a:r>
              <a:rPr spc="5" dirty="0"/>
              <a:t>executes </a:t>
            </a:r>
            <a:r>
              <a:rPr dirty="0"/>
              <a:t>actions </a:t>
            </a:r>
            <a:r>
              <a:rPr spc="-5" dirty="0"/>
              <a:t>based </a:t>
            </a:r>
            <a:r>
              <a:rPr dirty="0"/>
              <a:t>on </a:t>
            </a:r>
            <a:r>
              <a:rPr spc="5" dirty="0"/>
              <a:t> </a:t>
            </a:r>
            <a:r>
              <a:rPr spc="-5" dirty="0"/>
              <a:t>the </a:t>
            </a:r>
            <a:r>
              <a:rPr spc="5" dirty="0"/>
              <a:t>detected </a:t>
            </a:r>
            <a:r>
              <a:rPr dirty="0"/>
              <a:t>alcohol level. </a:t>
            </a:r>
            <a:r>
              <a:rPr spc="-15" dirty="0"/>
              <a:t>When </a:t>
            </a:r>
            <a:r>
              <a:rPr spc="20" dirty="0"/>
              <a:t>the </a:t>
            </a:r>
            <a:r>
              <a:rPr dirty="0"/>
              <a:t>alcohol sensor </a:t>
            </a:r>
            <a:r>
              <a:rPr spc="-5" dirty="0"/>
              <a:t>exceeds </a:t>
            </a:r>
            <a:r>
              <a:rPr spc="20" dirty="0"/>
              <a:t>the </a:t>
            </a:r>
            <a:r>
              <a:rPr spc="10" dirty="0"/>
              <a:t>set </a:t>
            </a:r>
            <a:r>
              <a:rPr spc="-5" dirty="0"/>
              <a:t>threshold, the controller </a:t>
            </a:r>
            <a:r>
              <a:rPr dirty="0"/>
              <a:t> signals</a:t>
            </a:r>
            <a:r>
              <a:rPr spc="-45" dirty="0"/>
              <a:t> </a:t>
            </a:r>
            <a:r>
              <a:rPr spc="-5" dirty="0"/>
              <a:t>the</a:t>
            </a:r>
            <a:r>
              <a:rPr spc="10" dirty="0"/>
              <a:t> </a:t>
            </a:r>
            <a:r>
              <a:rPr spc="-5" dirty="0"/>
              <a:t>output</a:t>
            </a:r>
            <a:r>
              <a:rPr spc="55" dirty="0"/>
              <a:t> </a:t>
            </a:r>
            <a:r>
              <a:rPr spc="-10" dirty="0"/>
              <a:t>devices</a:t>
            </a:r>
            <a:r>
              <a:rPr spc="30" dirty="0"/>
              <a:t> </a:t>
            </a:r>
            <a:r>
              <a:rPr spc="-10" dirty="0"/>
              <a:t>to</a:t>
            </a:r>
            <a:r>
              <a:rPr dirty="0"/>
              <a:t> take</a:t>
            </a:r>
            <a:r>
              <a:rPr spc="10" dirty="0"/>
              <a:t> </a:t>
            </a:r>
            <a:r>
              <a:rPr spc="-5" dirty="0"/>
              <a:t>preventive</a:t>
            </a:r>
            <a:r>
              <a:rPr spc="10" dirty="0"/>
              <a:t> </a:t>
            </a:r>
            <a:r>
              <a:rPr spc="-5" dirty="0"/>
              <a:t>measures,</a:t>
            </a:r>
            <a:r>
              <a:rPr spc="5" dirty="0"/>
              <a:t> </a:t>
            </a:r>
            <a:r>
              <a:rPr dirty="0"/>
              <a:t>ensuring </a:t>
            </a:r>
            <a:r>
              <a:rPr spc="-10" dirty="0"/>
              <a:t>safety.</a:t>
            </a:r>
          </a:p>
          <a:p>
            <a:pPr marL="12700">
              <a:lnSpc>
                <a:spcPts val="3804"/>
              </a:lnSpc>
            </a:pPr>
            <a:r>
              <a:rPr sz="3200" b="1" spc="-5" dirty="0">
                <a:latin typeface="Times New Roman"/>
                <a:cs typeface="Times New Roman"/>
              </a:rPr>
              <a:t>Input:</a:t>
            </a:r>
            <a:r>
              <a:rPr sz="3200" b="1" spc="-10" dirty="0">
                <a:latin typeface="Times New Roman"/>
                <a:cs typeface="Times New Roman"/>
              </a:rPr>
              <a:t> </a:t>
            </a:r>
            <a:r>
              <a:rPr spc="10" dirty="0"/>
              <a:t>The</a:t>
            </a:r>
            <a:r>
              <a:rPr spc="-55" dirty="0"/>
              <a:t> </a:t>
            </a:r>
            <a:r>
              <a:rPr dirty="0"/>
              <a:t>primary</a:t>
            </a:r>
            <a:r>
              <a:rPr spc="5" dirty="0"/>
              <a:t> </a:t>
            </a:r>
            <a:r>
              <a:rPr spc="-5" dirty="0"/>
              <a:t>input</a:t>
            </a:r>
            <a:r>
              <a:rPr spc="60" dirty="0"/>
              <a:t> </a:t>
            </a:r>
            <a:r>
              <a:rPr spc="-10" dirty="0"/>
              <a:t>device</a:t>
            </a:r>
            <a:r>
              <a:rPr spc="20" dirty="0"/>
              <a:t> </a:t>
            </a:r>
            <a:r>
              <a:rPr spc="-5" dirty="0"/>
              <a:t>is</a:t>
            </a:r>
            <a:r>
              <a:rPr spc="35" dirty="0"/>
              <a:t> </a:t>
            </a:r>
            <a:r>
              <a:rPr spc="-5" dirty="0"/>
              <a:t>the</a:t>
            </a:r>
            <a:r>
              <a:rPr spc="10" dirty="0"/>
              <a:t> </a:t>
            </a:r>
            <a:r>
              <a:rPr dirty="0"/>
              <a:t>alcohol</a:t>
            </a:r>
            <a:r>
              <a:rPr spc="-10" dirty="0"/>
              <a:t> </a:t>
            </a:r>
            <a:r>
              <a:rPr spc="-5" dirty="0"/>
              <a:t>sensor,</a:t>
            </a:r>
            <a:r>
              <a:rPr spc="5" dirty="0"/>
              <a:t> </a:t>
            </a:r>
            <a:r>
              <a:rPr dirty="0"/>
              <a:t>which detects</a:t>
            </a:r>
            <a:r>
              <a:rPr spc="-40" dirty="0"/>
              <a:t> </a:t>
            </a:r>
            <a:r>
              <a:rPr spc="-5" dirty="0"/>
              <a:t>the</a:t>
            </a:r>
            <a:r>
              <a:rPr spc="15" dirty="0"/>
              <a:t> </a:t>
            </a:r>
            <a:r>
              <a:rPr dirty="0"/>
              <a:t>concentration of</a:t>
            </a:r>
            <a:endParaRPr sz="3200">
              <a:latin typeface="Times New Roman"/>
              <a:cs typeface="Times New Roman"/>
            </a:endParaRPr>
          </a:p>
          <a:p>
            <a:pPr marL="12700" marR="67945">
              <a:lnSpc>
                <a:spcPct val="100299"/>
              </a:lnSpc>
              <a:spcBef>
                <a:spcPts val="30"/>
              </a:spcBef>
            </a:pPr>
            <a:r>
              <a:rPr dirty="0"/>
              <a:t>alcohol </a:t>
            </a:r>
            <a:r>
              <a:rPr spc="-5" dirty="0"/>
              <a:t>in the </a:t>
            </a:r>
            <a:r>
              <a:rPr dirty="0"/>
              <a:t>driver’s </a:t>
            </a:r>
            <a:r>
              <a:rPr spc="-5" dirty="0"/>
              <a:t>breath </a:t>
            </a:r>
            <a:r>
              <a:rPr dirty="0"/>
              <a:t>and </a:t>
            </a:r>
            <a:r>
              <a:rPr spc="-10" dirty="0"/>
              <a:t>sends </a:t>
            </a:r>
            <a:r>
              <a:rPr dirty="0"/>
              <a:t>a </a:t>
            </a:r>
            <a:r>
              <a:rPr spc="5" dirty="0"/>
              <a:t>signal </a:t>
            </a:r>
            <a:r>
              <a:rPr spc="-5" dirty="0"/>
              <a:t>to the </a:t>
            </a:r>
            <a:r>
              <a:rPr spc="5" dirty="0"/>
              <a:t>Arduino </a:t>
            </a:r>
            <a:r>
              <a:rPr spc="-20" dirty="0"/>
              <a:t>Uno. </a:t>
            </a:r>
            <a:r>
              <a:rPr dirty="0"/>
              <a:t>This </a:t>
            </a:r>
            <a:r>
              <a:rPr spc="-5" dirty="0"/>
              <a:t>data </a:t>
            </a:r>
            <a:r>
              <a:rPr spc="30" dirty="0"/>
              <a:t>is </a:t>
            </a:r>
            <a:r>
              <a:rPr dirty="0"/>
              <a:t>processed </a:t>
            </a:r>
            <a:r>
              <a:rPr spc="-10" dirty="0"/>
              <a:t>to </a:t>
            </a:r>
            <a:r>
              <a:rPr spc="-735" dirty="0"/>
              <a:t> </a:t>
            </a:r>
            <a:r>
              <a:rPr spc="5" dirty="0"/>
              <a:t>determine </a:t>
            </a:r>
            <a:r>
              <a:rPr dirty="0"/>
              <a:t>whether </a:t>
            </a:r>
            <a:r>
              <a:rPr spc="20" dirty="0"/>
              <a:t>the </a:t>
            </a:r>
            <a:r>
              <a:rPr spc="5" dirty="0"/>
              <a:t>detected </a:t>
            </a:r>
            <a:r>
              <a:rPr dirty="0"/>
              <a:t>level </a:t>
            </a:r>
            <a:r>
              <a:rPr spc="-5" dirty="0"/>
              <a:t>is </a:t>
            </a:r>
            <a:r>
              <a:rPr dirty="0"/>
              <a:t>above </a:t>
            </a:r>
            <a:r>
              <a:rPr spc="20" dirty="0"/>
              <a:t>the </a:t>
            </a:r>
            <a:r>
              <a:rPr dirty="0"/>
              <a:t>safety </a:t>
            </a:r>
            <a:r>
              <a:rPr spc="-5" dirty="0"/>
              <a:t>threshold. Additional </a:t>
            </a:r>
            <a:r>
              <a:rPr spc="5" dirty="0"/>
              <a:t>inputs </a:t>
            </a:r>
            <a:r>
              <a:rPr spc="10" dirty="0"/>
              <a:t>like </a:t>
            </a:r>
            <a:r>
              <a:rPr spc="15" dirty="0"/>
              <a:t> </a:t>
            </a:r>
            <a:r>
              <a:rPr spc="-5" dirty="0"/>
              <a:t>buttons</a:t>
            </a:r>
            <a:r>
              <a:rPr spc="30" dirty="0"/>
              <a:t> </a:t>
            </a:r>
            <a:r>
              <a:rPr dirty="0"/>
              <a:t>or</a:t>
            </a:r>
            <a:r>
              <a:rPr spc="-25" dirty="0"/>
              <a:t> </a:t>
            </a:r>
            <a:r>
              <a:rPr dirty="0"/>
              <a:t>other</a:t>
            </a:r>
            <a:r>
              <a:rPr spc="50" dirty="0"/>
              <a:t> </a:t>
            </a:r>
            <a:r>
              <a:rPr spc="-5" dirty="0"/>
              <a:t>sensors</a:t>
            </a:r>
            <a:r>
              <a:rPr spc="-40" dirty="0"/>
              <a:t> </a:t>
            </a:r>
            <a:r>
              <a:rPr spc="5" dirty="0"/>
              <a:t>can </a:t>
            </a:r>
            <a:r>
              <a:rPr dirty="0"/>
              <a:t>be</a:t>
            </a:r>
            <a:r>
              <a:rPr spc="15" dirty="0"/>
              <a:t> </a:t>
            </a:r>
            <a:r>
              <a:rPr spc="-10" dirty="0"/>
              <a:t>used,</a:t>
            </a:r>
            <a:r>
              <a:rPr spc="5" dirty="0"/>
              <a:t> </a:t>
            </a:r>
            <a:r>
              <a:rPr dirty="0"/>
              <a:t>but</a:t>
            </a:r>
            <a:r>
              <a:rPr spc="-5" dirty="0"/>
              <a:t> the</a:t>
            </a:r>
            <a:r>
              <a:rPr spc="15" dirty="0"/>
              <a:t> </a:t>
            </a:r>
            <a:r>
              <a:rPr spc="-5" dirty="0"/>
              <a:t>main</a:t>
            </a:r>
            <a:r>
              <a:rPr spc="5" dirty="0"/>
              <a:t> </a:t>
            </a:r>
            <a:r>
              <a:rPr spc="10" dirty="0"/>
              <a:t>focus</a:t>
            </a:r>
            <a:r>
              <a:rPr spc="-40" dirty="0"/>
              <a:t> </a:t>
            </a:r>
            <a:r>
              <a:rPr spc="-5" dirty="0"/>
              <a:t>remains</a:t>
            </a:r>
            <a:r>
              <a:rPr spc="30" dirty="0"/>
              <a:t> </a:t>
            </a:r>
            <a:r>
              <a:rPr dirty="0"/>
              <a:t>on</a:t>
            </a:r>
            <a:r>
              <a:rPr spc="5" dirty="0"/>
              <a:t> </a:t>
            </a:r>
            <a:r>
              <a:rPr spc="-5" dirty="0"/>
              <a:t>reliable</a:t>
            </a:r>
            <a:r>
              <a:rPr spc="20" dirty="0"/>
              <a:t> </a:t>
            </a:r>
            <a:r>
              <a:rPr dirty="0"/>
              <a:t>alcohol</a:t>
            </a:r>
            <a:r>
              <a:rPr spc="-10" dirty="0"/>
              <a:t> </a:t>
            </a:r>
            <a:r>
              <a:rPr dirty="0"/>
              <a:t>detection. </a:t>
            </a:r>
            <a:r>
              <a:rPr spc="-735" dirty="0"/>
              <a:t> </a:t>
            </a:r>
            <a:r>
              <a:rPr sz="3200" b="1" dirty="0">
                <a:latin typeface="Times New Roman"/>
                <a:cs typeface="Times New Roman"/>
              </a:rPr>
              <a:t>Output:</a:t>
            </a:r>
            <a:endParaRPr sz="3200">
              <a:latin typeface="Times New Roman"/>
              <a:cs typeface="Times New Roman"/>
            </a:endParaRPr>
          </a:p>
          <a:p>
            <a:pPr marL="12700" marR="5080">
              <a:lnSpc>
                <a:spcPts val="3600"/>
              </a:lnSpc>
              <a:spcBef>
                <a:spcPts val="85"/>
              </a:spcBef>
            </a:pPr>
            <a:r>
              <a:rPr spc="-15" dirty="0"/>
              <a:t>If</a:t>
            </a:r>
            <a:r>
              <a:rPr spc="45" dirty="0"/>
              <a:t> </a:t>
            </a:r>
            <a:r>
              <a:rPr dirty="0"/>
              <a:t>alcohol</a:t>
            </a:r>
            <a:r>
              <a:rPr spc="-15" dirty="0"/>
              <a:t> </a:t>
            </a:r>
            <a:r>
              <a:rPr spc="-5" dirty="0"/>
              <a:t>is</a:t>
            </a:r>
            <a:r>
              <a:rPr spc="-40" dirty="0"/>
              <a:t> </a:t>
            </a:r>
            <a:r>
              <a:rPr dirty="0"/>
              <a:t>detected, </a:t>
            </a:r>
            <a:r>
              <a:rPr spc="-5" dirty="0"/>
              <a:t>the</a:t>
            </a:r>
            <a:r>
              <a:rPr spc="10" dirty="0"/>
              <a:t> </a:t>
            </a:r>
            <a:r>
              <a:rPr spc="-5" dirty="0"/>
              <a:t>system</a:t>
            </a:r>
            <a:r>
              <a:rPr spc="-10" dirty="0"/>
              <a:t> </a:t>
            </a:r>
            <a:r>
              <a:rPr spc="5" dirty="0"/>
              <a:t>initiates</a:t>
            </a:r>
            <a:r>
              <a:rPr spc="-45" dirty="0"/>
              <a:t> </a:t>
            </a:r>
            <a:r>
              <a:rPr spc="5" dirty="0"/>
              <a:t>an </a:t>
            </a:r>
            <a:r>
              <a:rPr dirty="0"/>
              <a:t>engine</a:t>
            </a:r>
            <a:r>
              <a:rPr spc="10" dirty="0"/>
              <a:t> </a:t>
            </a:r>
            <a:r>
              <a:rPr spc="-5" dirty="0"/>
              <a:t>shutdown,</a:t>
            </a:r>
            <a:r>
              <a:rPr dirty="0"/>
              <a:t> simulated</a:t>
            </a:r>
            <a:r>
              <a:rPr spc="5" dirty="0"/>
              <a:t> </a:t>
            </a:r>
            <a:r>
              <a:rPr dirty="0"/>
              <a:t>by stopping</a:t>
            </a:r>
            <a:r>
              <a:rPr spc="5" dirty="0"/>
              <a:t> </a:t>
            </a:r>
            <a:r>
              <a:rPr dirty="0"/>
              <a:t>a</a:t>
            </a:r>
            <a:r>
              <a:rPr spc="10" dirty="0"/>
              <a:t> </a:t>
            </a:r>
            <a:r>
              <a:rPr dirty="0"/>
              <a:t>DC </a:t>
            </a:r>
            <a:r>
              <a:rPr spc="5" dirty="0"/>
              <a:t> </a:t>
            </a:r>
            <a:r>
              <a:rPr dirty="0"/>
              <a:t>motor,</a:t>
            </a:r>
            <a:r>
              <a:rPr spc="5" dirty="0"/>
              <a:t> </a:t>
            </a:r>
            <a:r>
              <a:rPr spc="-5" dirty="0"/>
              <a:t>after</a:t>
            </a:r>
            <a:r>
              <a:rPr spc="-15" dirty="0"/>
              <a:t> </a:t>
            </a:r>
            <a:r>
              <a:rPr dirty="0"/>
              <a:t>a</a:t>
            </a:r>
            <a:r>
              <a:rPr spc="20" dirty="0"/>
              <a:t> </a:t>
            </a:r>
            <a:r>
              <a:rPr spc="-10" dirty="0"/>
              <a:t>brief</a:t>
            </a:r>
            <a:r>
              <a:rPr spc="55" dirty="0"/>
              <a:t> </a:t>
            </a:r>
            <a:r>
              <a:rPr dirty="0"/>
              <a:t>delay</a:t>
            </a:r>
            <a:r>
              <a:rPr spc="10" dirty="0"/>
              <a:t> </a:t>
            </a:r>
            <a:r>
              <a:rPr spc="-5" dirty="0"/>
              <a:t>allowing</a:t>
            </a:r>
            <a:r>
              <a:rPr spc="10" dirty="0"/>
              <a:t> </a:t>
            </a:r>
            <a:r>
              <a:rPr spc="-10" dirty="0"/>
              <a:t>the</a:t>
            </a:r>
            <a:r>
              <a:rPr spc="15" dirty="0"/>
              <a:t> </a:t>
            </a:r>
            <a:r>
              <a:rPr spc="-5" dirty="0"/>
              <a:t>driver</a:t>
            </a:r>
            <a:r>
              <a:rPr spc="-15" dirty="0"/>
              <a:t> </a:t>
            </a:r>
            <a:r>
              <a:rPr spc="30" dirty="0"/>
              <a:t>to</a:t>
            </a:r>
            <a:r>
              <a:rPr spc="10" dirty="0"/>
              <a:t> </a:t>
            </a:r>
            <a:r>
              <a:rPr spc="-5" dirty="0"/>
              <a:t>pull</a:t>
            </a:r>
            <a:r>
              <a:rPr dirty="0"/>
              <a:t> over</a:t>
            </a:r>
            <a:r>
              <a:rPr spc="-15" dirty="0"/>
              <a:t> </a:t>
            </a:r>
            <a:r>
              <a:rPr dirty="0"/>
              <a:t>safely.</a:t>
            </a:r>
            <a:r>
              <a:rPr spc="10" dirty="0"/>
              <a:t> </a:t>
            </a:r>
            <a:r>
              <a:rPr spc="-15" dirty="0"/>
              <a:t>The</a:t>
            </a:r>
            <a:r>
              <a:rPr spc="15" dirty="0"/>
              <a:t> </a:t>
            </a:r>
            <a:r>
              <a:rPr spc="-10" dirty="0"/>
              <a:t>LCD</a:t>
            </a:r>
            <a:r>
              <a:rPr spc="10" dirty="0"/>
              <a:t> </a:t>
            </a:r>
            <a:r>
              <a:rPr dirty="0"/>
              <a:t>displays</a:t>
            </a:r>
            <a:r>
              <a:rPr spc="-35" dirty="0"/>
              <a:t> </a:t>
            </a:r>
            <a:r>
              <a:rPr dirty="0"/>
              <a:t>warnings, </a:t>
            </a:r>
            <a:r>
              <a:rPr spc="5" dirty="0"/>
              <a:t> </a:t>
            </a:r>
            <a:r>
              <a:rPr dirty="0"/>
              <a:t>notifying </a:t>
            </a:r>
            <a:r>
              <a:rPr spc="-5" dirty="0"/>
              <a:t>the</a:t>
            </a:r>
            <a:r>
              <a:rPr spc="15" dirty="0"/>
              <a:t> </a:t>
            </a:r>
            <a:r>
              <a:rPr spc="-5" dirty="0"/>
              <a:t>driver</a:t>
            </a:r>
            <a:r>
              <a:rPr spc="50" dirty="0"/>
              <a:t> </a:t>
            </a:r>
            <a:r>
              <a:rPr dirty="0"/>
              <a:t>of</a:t>
            </a:r>
            <a:r>
              <a:rPr spc="-25" dirty="0"/>
              <a:t> </a:t>
            </a:r>
            <a:r>
              <a:rPr spc="-5" dirty="0"/>
              <a:t>the</a:t>
            </a:r>
            <a:r>
              <a:rPr spc="10" dirty="0"/>
              <a:t> </a:t>
            </a:r>
            <a:r>
              <a:rPr dirty="0"/>
              <a:t>engine</a:t>
            </a:r>
            <a:r>
              <a:rPr spc="15" dirty="0"/>
              <a:t> </a:t>
            </a:r>
            <a:r>
              <a:rPr dirty="0"/>
              <a:t>lock.</a:t>
            </a:r>
            <a:r>
              <a:rPr spc="5" dirty="0"/>
              <a:t> </a:t>
            </a:r>
            <a:r>
              <a:rPr spc="-15" dirty="0"/>
              <a:t>This</a:t>
            </a:r>
            <a:r>
              <a:rPr spc="30" dirty="0"/>
              <a:t> </a:t>
            </a:r>
            <a:r>
              <a:rPr dirty="0"/>
              <a:t>automated</a:t>
            </a:r>
            <a:r>
              <a:rPr spc="5" dirty="0"/>
              <a:t> </a:t>
            </a:r>
            <a:r>
              <a:rPr dirty="0"/>
              <a:t>action </a:t>
            </a:r>
            <a:r>
              <a:rPr spc="-5" dirty="0"/>
              <a:t>prevents</a:t>
            </a:r>
            <a:r>
              <a:rPr spc="30" dirty="0"/>
              <a:t> </a:t>
            </a:r>
            <a:r>
              <a:rPr spc="-10" dirty="0"/>
              <a:t>further</a:t>
            </a:r>
            <a:r>
              <a:rPr spc="50" dirty="0"/>
              <a:t> </a:t>
            </a:r>
            <a:r>
              <a:rPr spc="-5" dirty="0"/>
              <a:t>operation</a:t>
            </a:r>
            <a:r>
              <a:rPr spc="5" dirty="0"/>
              <a:t> </a:t>
            </a:r>
            <a:r>
              <a:rPr dirty="0"/>
              <a:t>of</a:t>
            </a:r>
            <a:r>
              <a:rPr spc="-35" dirty="0"/>
              <a:t> </a:t>
            </a:r>
            <a:r>
              <a:rPr spc="-5" dirty="0"/>
              <a:t>the</a:t>
            </a:r>
          </a:p>
          <a:p>
            <a:pPr marL="12700">
              <a:lnSpc>
                <a:spcPts val="3490"/>
              </a:lnSpc>
            </a:pPr>
            <a:r>
              <a:rPr dirty="0"/>
              <a:t>vehicle</a:t>
            </a:r>
            <a:r>
              <a:rPr spc="15" dirty="0"/>
              <a:t> </a:t>
            </a:r>
            <a:r>
              <a:rPr dirty="0"/>
              <a:t>under</a:t>
            </a:r>
            <a:r>
              <a:rPr spc="-20" dirty="0"/>
              <a:t> </a:t>
            </a:r>
            <a:r>
              <a:rPr spc="-5" dirty="0"/>
              <a:t>the</a:t>
            </a:r>
            <a:r>
              <a:rPr spc="15" dirty="0"/>
              <a:t> </a:t>
            </a:r>
            <a:r>
              <a:rPr spc="-5" dirty="0"/>
              <a:t>influence,</a:t>
            </a:r>
            <a:r>
              <a:rPr dirty="0"/>
              <a:t> </a:t>
            </a:r>
            <a:r>
              <a:rPr spc="-5" dirty="0"/>
              <a:t>reducing</a:t>
            </a:r>
            <a:r>
              <a:rPr spc="80" dirty="0"/>
              <a:t> </a:t>
            </a:r>
            <a:r>
              <a:rPr spc="5" dirty="0"/>
              <a:t>accident</a:t>
            </a:r>
            <a:r>
              <a:rPr spc="-25" dirty="0"/>
              <a:t> </a:t>
            </a:r>
            <a:r>
              <a:rPr spc="5" dirty="0"/>
              <a:t>risks.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43622" y="2557716"/>
            <a:ext cx="12960350" cy="2698750"/>
          </a:xfrm>
          <a:prstGeom prst="rect">
            <a:avLst/>
          </a:prstGeom>
        </p:spPr>
        <p:txBody>
          <a:bodyPr vert="horz" wrap="square" lIns="0" tIns="15875" rIns="0" bIns="0" rtlCol="0">
            <a:spAutoFit/>
          </a:bodyPr>
          <a:lstStyle/>
          <a:p>
            <a:pPr marL="328930" marR="5080" indent="-316865">
              <a:lnSpc>
                <a:spcPct val="100000"/>
              </a:lnSpc>
              <a:spcBef>
                <a:spcPts val="125"/>
              </a:spcBef>
              <a:buClr>
                <a:srgbClr val="404040"/>
              </a:buClr>
              <a:buFont typeface="Arial MT"/>
              <a:buChar char="•"/>
              <a:tabLst>
                <a:tab pos="329565" algn="l"/>
              </a:tabLst>
            </a:pPr>
            <a:r>
              <a:rPr sz="3500" spc="5" dirty="0">
                <a:solidFill>
                  <a:srgbClr val="404040"/>
                </a:solidFill>
                <a:latin typeface="Times New Roman"/>
                <a:cs typeface="Times New Roman"/>
              </a:rPr>
              <a:t>This </a:t>
            </a:r>
            <a:r>
              <a:rPr sz="3500" spc="-5" dirty="0">
                <a:solidFill>
                  <a:srgbClr val="404040"/>
                </a:solidFill>
                <a:latin typeface="Times New Roman"/>
                <a:cs typeface="Times New Roman"/>
              </a:rPr>
              <a:t>alcohol </a:t>
            </a:r>
            <a:r>
              <a:rPr sz="3500" spc="-10" dirty="0">
                <a:solidFill>
                  <a:srgbClr val="404040"/>
                </a:solidFill>
                <a:latin typeface="Times New Roman"/>
                <a:cs typeface="Times New Roman"/>
              </a:rPr>
              <a:t>sensor </a:t>
            </a:r>
            <a:r>
              <a:rPr sz="3500" spc="5" dirty="0">
                <a:solidFill>
                  <a:srgbClr val="404040"/>
                </a:solidFill>
                <a:latin typeface="Times New Roman"/>
                <a:cs typeface="Times New Roman"/>
              </a:rPr>
              <a:t>is suitable </a:t>
            </a:r>
            <a:r>
              <a:rPr sz="3500" dirty="0">
                <a:solidFill>
                  <a:srgbClr val="404040"/>
                </a:solidFill>
                <a:latin typeface="Times New Roman"/>
                <a:cs typeface="Times New Roman"/>
              </a:rPr>
              <a:t>for detecting </a:t>
            </a:r>
            <a:r>
              <a:rPr sz="3500" spc="-5" dirty="0">
                <a:solidFill>
                  <a:srgbClr val="404040"/>
                </a:solidFill>
                <a:latin typeface="Times New Roman"/>
                <a:cs typeface="Times New Roman"/>
              </a:rPr>
              <a:t>alcohol concentration </a:t>
            </a:r>
            <a:r>
              <a:rPr sz="3500" spc="25" dirty="0">
                <a:solidFill>
                  <a:srgbClr val="404040"/>
                </a:solidFill>
                <a:latin typeface="Times New Roman"/>
                <a:cs typeface="Times New Roman"/>
              </a:rPr>
              <a:t>on </a:t>
            </a:r>
            <a:r>
              <a:rPr sz="3500" spc="30" dirty="0">
                <a:solidFill>
                  <a:srgbClr val="404040"/>
                </a:solidFill>
                <a:latin typeface="Times New Roman"/>
                <a:cs typeface="Times New Roman"/>
              </a:rPr>
              <a:t> </a:t>
            </a:r>
            <a:r>
              <a:rPr sz="3500" dirty="0">
                <a:solidFill>
                  <a:srgbClr val="404040"/>
                </a:solidFill>
                <a:latin typeface="Times New Roman"/>
                <a:cs typeface="Times New Roman"/>
              </a:rPr>
              <a:t>your </a:t>
            </a:r>
            <a:r>
              <a:rPr sz="3500" spc="5" dirty="0">
                <a:solidFill>
                  <a:srgbClr val="404040"/>
                </a:solidFill>
                <a:latin typeface="Times New Roman"/>
                <a:cs typeface="Times New Roman"/>
              </a:rPr>
              <a:t>breath, just </a:t>
            </a:r>
            <a:r>
              <a:rPr sz="3500" spc="15" dirty="0">
                <a:solidFill>
                  <a:srgbClr val="404040"/>
                </a:solidFill>
                <a:latin typeface="Times New Roman"/>
                <a:cs typeface="Times New Roman"/>
              </a:rPr>
              <a:t>like </a:t>
            </a:r>
            <a:r>
              <a:rPr sz="3500" dirty="0">
                <a:solidFill>
                  <a:srgbClr val="404040"/>
                </a:solidFill>
                <a:latin typeface="Times New Roman"/>
                <a:cs typeface="Times New Roman"/>
              </a:rPr>
              <a:t>your common </a:t>
            </a:r>
            <a:r>
              <a:rPr sz="3500" spc="-5" dirty="0">
                <a:solidFill>
                  <a:srgbClr val="404040"/>
                </a:solidFill>
                <a:latin typeface="Times New Roman"/>
                <a:cs typeface="Times New Roman"/>
              </a:rPr>
              <a:t>breath </a:t>
            </a:r>
            <a:r>
              <a:rPr sz="3500" spc="-50" dirty="0">
                <a:solidFill>
                  <a:srgbClr val="404040"/>
                </a:solidFill>
                <a:latin typeface="Times New Roman"/>
                <a:cs typeface="Times New Roman"/>
              </a:rPr>
              <a:t>analyser. </a:t>
            </a:r>
            <a:r>
              <a:rPr sz="3500" spc="15" dirty="0">
                <a:solidFill>
                  <a:srgbClr val="404040"/>
                </a:solidFill>
                <a:latin typeface="Times New Roman"/>
                <a:cs typeface="Times New Roman"/>
              </a:rPr>
              <a:t>It </a:t>
            </a:r>
            <a:r>
              <a:rPr sz="3500" spc="-5" dirty="0">
                <a:solidFill>
                  <a:srgbClr val="404040"/>
                </a:solidFill>
                <a:latin typeface="Times New Roman"/>
                <a:cs typeface="Times New Roman"/>
              </a:rPr>
              <a:t>has </a:t>
            </a:r>
            <a:r>
              <a:rPr sz="3500" spc="10" dirty="0">
                <a:solidFill>
                  <a:srgbClr val="404040"/>
                </a:solidFill>
                <a:latin typeface="Times New Roman"/>
                <a:cs typeface="Times New Roman"/>
              </a:rPr>
              <a:t>a </a:t>
            </a:r>
            <a:r>
              <a:rPr sz="3500" spc="-10" dirty="0">
                <a:solidFill>
                  <a:srgbClr val="404040"/>
                </a:solidFill>
                <a:latin typeface="Times New Roman"/>
                <a:cs typeface="Times New Roman"/>
              </a:rPr>
              <a:t>high </a:t>
            </a:r>
            <a:r>
              <a:rPr sz="3500" spc="-5" dirty="0">
                <a:solidFill>
                  <a:srgbClr val="404040"/>
                </a:solidFill>
                <a:latin typeface="Times New Roman"/>
                <a:cs typeface="Times New Roman"/>
              </a:rPr>
              <a:t> </a:t>
            </a:r>
            <a:r>
              <a:rPr sz="3500" dirty="0">
                <a:solidFill>
                  <a:srgbClr val="404040"/>
                </a:solidFill>
                <a:latin typeface="Times New Roman"/>
                <a:cs typeface="Times New Roman"/>
              </a:rPr>
              <a:t>sensitivity and </a:t>
            </a:r>
            <a:r>
              <a:rPr sz="3500" spc="-10" dirty="0">
                <a:solidFill>
                  <a:srgbClr val="404040"/>
                </a:solidFill>
                <a:latin typeface="Times New Roman"/>
                <a:cs typeface="Times New Roman"/>
              </a:rPr>
              <a:t>fast response </a:t>
            </a:r>
            <a:r>
              <a:rPr sz="3500" spc="-5" dirty="0">
                <a:solidFill>
                  <a:srgbClr val="404040"/>
                </a:solidFill>
                <a:latin typeface="Times New Roman"/>
                <a:cs typeface="Times New Roman"/>
              </a:rPr>
              <a:t>time. </a:t>
            </a:r>
            <a:r>
              <a:rPr sz="3500" spc="-10" dirty="0">
                <a:solidFill>
                  <a:srgbClr val="404040"/>
                </a:solidFill>
                <a:latin typeface="Times New Roman"/>
                <a:cs typeface="Times New Roman"/>
              </a:rPr>
              <a:t>Sensor provides </a:t>
            </a:r>
            <a:r>
              <a:rPr sz="3500" spc="15" dirty="0">
                <a:solidFill>
                  <a:srgbClr val="404040"/>
                </a:solidFill>
                <a:latin typeface="Times New Roman"/>
                <a:cs typeface="Times New Roman"/>
              </a:rPr>
              <a:t>an </a:t>
            </a:r>
            <a:r>
              <a:rPr sz="3500" spc="-5" dirty="0">
                <a:solidFill>
                  <a:srgbClr val="404040"/>
                </a:solidFill>
                <a:latin typeface="Times New Roman"/>
                <a:cs typeface="Times New Roman"/>
              </a:rPr>
              <a:t>analog </a:t>
            </a:r>
            <a:r>
              <a:rPr sz="3500" spc="-10" dirty="0">
                <a:solidFill>
                  <a:srgbClr val="404040"/>
                </a:solidFill>
                <a:latin typeface="Times New Roman"/>
                <a:cs typeface="Times New Roman"/>
              </a:rPr>
              <a:t>resistive </a:t>
            </a:r>
            <a:r>
              <a:rPr sz="3500" spc="-5" dirty="0">
                <a:solidFill>
                  <a:srgbClr val="404040"/>
                </a:solidFill>
                <a:latin typeface="Times New Roman"/>
                <a:cs typeface="Times New Roman"/>
              </a:rPr>
              <a:t> output</a:t>
            </a:r>
            <a:r>
              <a:rPr sz="3500" spc="5" dirty="0">
                <a:solidFill>
                  <a:srgbClr val="404040"/>
                </a:solidFill>
                <a:latin typeface="Times New Roman"/>
                <a:cs typeface="Times New Roman"/>
              </a:rPr>
              <a:t> </a:t>
            </a:r>
            <a:r>
              <a:rPr sz="3500" dirty="0">
                <a:solidFill>
                  <a:srgbClr val="404040"/>
                </a:solidFill>
                <a:latin typeface="Times New Roman"/>
                <a:cs typeface="Times New Roman"/>
              </a:rPr>
              <a:t>based</a:t>
            </a:r>
            <a:r>
              <a:rPr sz="3500" spc="-30" dirty="0">
                <a:solidFill>
                  <a:srgbClr val="404040"/>
                </a:solidFill>
                <a:latin typeface="Times New Roman"/>
                <a:cs typeface="Times New Roman"/>
              </a:rPr>
              <a:t> </a:t>
            </a:r>
            <a:r>
              <a:rPr sz="3500" spc="-10" dirty="0">
                <a:solidFill>
                  <a:srgbClr val="404040"/>
                </a:solidFill>
                <a:latin typeface="Times New Roman"/>
                <a:cs typeface="Times New Roman"/>
              </a:rPr>
              <a:t>on</a:t>
            </a:r>
            <a:r>
              <a:rPr sz="3500" spc="-20" dirty="0">
                <a:solidFill>
                  <a:srgbClr val="404040"/>
                </a:solidFill>
                <a:latin typeface="Times New Roman"/>
                <a:cs typeface="Times New Roman"/>
              </a:rPr>
              <a:t> </a:t>
            </a:r>
            <a:r>
              <a:rPr sz="3500" spc="5" dirty="0">
                <a:solidFill>
                  <a:srgbClr val="404040"/>
                </a:solidFill>
                <a:latin typeface="Times New Roman"/>
                <a:cs typeface="Times New Roman"/>
              </a:rPr>
              <a:t>alcohol</a:t>
            </a:r>
            <a:r>
              <a:rPr sz="3500" spc="-65" dirty="0">
                <a:solidFill>
                  <a:srgbClr val="404040"/>
                </a:solidFill>
                <a:latin typeface="Times New Roman"/>
                <a:cs typeface="Times New Roman"/>
              </a:rPr>
              <a:t> </a:t>
            </a:r>
            <a:r>
              <a:rPr sz="3500" spc="-10" dirty="0">
                <a:solidFill>
                  <a:srgbClr val="404040"/>
                </a:solidFill>
                <a:latin typeface="Times New Roman"/>
                <a:cs typeface="Times New Roman"/>
              </a:rPr>
              <a:t>concentration.</a:t>
            </a:r>
            <a:r>
              <a:rPr sz="3500" spc="-190" dirty="0">
                <a:solidFill>
                  <a:srgbClr val="404040"/>
                </a:solidFill>
                <a:latin typeface="Times New Roman"/>
                <a:cs typeface="Times New Roman"/>
              </a:rPr>
              <a:t> </a:t>
            </a:r>
            <a:r>
              <a:rPr sz="3500" spc="5" dirty="0">
                <a:solidFill>
                  <a:srgbClr val="404040"/>
                </a:solidFill>
                <a:latin typeface="Times New Roman"/>
                <a:cs typeface="Times New Roman"/>
              </a:rPr>
              <a:t>The</a:t>
            </a:r>
            <a:r>
              <a:rPr sz="3500" spc="25" dirty="0">
                <a:solidFill>
                  <a:srgbClr val="404040"/>
                </a:solidFill>
                <a:latin typeface="Times New Roman"/>
                <a:cs typeface="Times New Roman"/>
              </a:rPr>
              <a:t> </a:t>
            </a:r>
            <a:r>
              <a:rPr sz="3500" spc="-5" dirty="0">
                <a:solidFill>
                  <a:srgbClr val="404040"/>
                </a:solidFill>
                <a:latin typeface="Times New Roman"/>
                <a:cs typeface="Times New Roman"/>
              </a:rPr>
              <a:t>drive</a:t>
            </a:r>
            <a:r>
              <a:rPr sz="3500" spc="-65" dirty="0">
                <a:solidFill>
                  <a:srgbClr val="404040"/>
                </a:solidFill>
                <a:latin typeface="Times New Roman"/>
                <a:cs typeface="Times New Roman"/>
              </a:rPr>
              <a:t> </a:t>
            </a:r>
            <a:r>
              <a:rPr sz="3500" spc="-5" dirty="0">
                <a:solidFill>
                  <a:srgbClr val="404040"/>
                </a:solidFill>
                <a:latin typeface="Times New Roman"/>
                <a:cs typeface="Times New Roman"/>
              </a:rPr>
              <a:t>circuit</a:t>
            </a:r>
            <a:r>
              <a:rPr sz="3500" spc="-20" dirty="0">
                <a:solidFill>
                  <a:srgbClr val="404040"/>
                </a:solidFill>
                <a:latin typeface="Times New Roman"/>
                <a:cs typeface="Times New Roman"/>
              </a:rPr>
              <a:t> </a:t>
            </a:r>
            <a:r>
              <a:rPr sz="3500" dirty="0">
                <a:solidFill>
                  <a:srgbClr val="404040"/>
                </a:solidFill>
                <a:latin typeface="Times New Roman"/>
                <a:cs typeface="Times New Roman"/>
              </a:rPr>
              <a:t>is</a:t>
            </a:r>
            <a:r>
              <a:rPr sz="3500" spc="-5" dirty="0">
                <a:solidFill>
                  <a:srgbClr val="404040"/>
                </a:solidFill>
                <a:latin typeface="Times New Roman"/>
                <a:cs typeface="Times New Roman"/>
              </a:rPr>
              <a:t> </a:t>
            </a:r>
            <a:r>
              <a:rPr sz="3500" spc="-10" dirty="0">
                <a:solidFill>
                  <a:srgbClr val="404040"/>
                </a:solidFill>
                <a:latin typeface="Times New Roman"/>
                <a:cs typeface="Times New Roman"/>
              </a:rPr>
              <a:t>very</a:t>
            </a:r>
            <a:r>
              <a:rPr sz="3500" spc="-30" dirty="0">
                <a:solidFill>
                  <a:srgbClr val="404040"/>
                </a:solidFill>
                <a:latin typeface="Times New Roman"/>
                <a:cs typeface="Times New Roman"/>
              </a:rPr>
              <a:t> </a:t>
            </a:r>
            <a:r>
              <a:rPr sz="3500" spc="5" dirty="0">
                <a:solidFill>
                  <a:srgbClr val="404040"/>
                </a:solidFill>
                <a:latin typeface="Times New Roman"/>
                <a:cs typeface="Times New Roman"/>
              </a:rPr>
              <a:t>simple, </a:t>
            </a:r>
            <a:r>
              <a:rPr sz="3500" spc="-860" dirty="0">
                <a:solidFill>
                  <a:srgbClr val="404040"/>
                </a:solidFill>
                <a:latin typeface="Times New Roman"/>
                <a:cs typeface="Times New Roman"/>
              </a:rPr>
              <a:t> </a:t>
            </a:r>
            <a:r>
              <a:rPr sz="3500" spc="10" dirty="0">
                <a:solidFill>
                  <a:srgbClr val="404040"/>
                </a:solidFill>
                <a:latin typeface="Times New Roman"/>
                <a:cs typeface="Times New Roman"/>
              </a:rPr>
              <a:t>all</a:t>
            </a:r>
            <a:r>
              <a:rPr sz="3500" spc="-65" dirty="0">
                <a:solidFill>
                  <a:srgbClr val="404040"/>
                </a:solidFill>
                <a:latin typeface="Times New Roman"/>
                <a:cs typeface="Times New Roman"/>
              </a:rPr>
              <a:t> </a:t>
            </a:r>
            <a:r>
              <a:rPr sz="3500" dirty="0">
                <a:solidFill>
                  <a:srgbClr val="404040"/>
                </a:solidFill>
                <a:latin typeface="Times New Roman"/>
                <a:cs typeface="Times New Roman"/>
              </a:rPr>
              <a:t>it</a:t>
            </a:r>
            <a:r>
              <a:rPr sz="3500" spc="20" dirty="0">
                <a:solidFill>
                  <a:srgbClr val="404040"/>
                </a:solidFill>
                <a:latin typeface="Times New Roman"/>
                <a:cs typeface="Times New Roman"/>
              </a:rPr>
              <a:t> </a:t>
            </a:r>
            <a:r>
              <a:rPr sz="3500" spc="-5" dirty="0">
                <a:solidFill>
                  <a:srgbClr val="404040"/>
                </a:solidFill>
                <a:latin typeface="Times New Roman"/>
                <a:cs typeface="Times New Roman"/>
              </a:rPr>
              <a:t>needs</a:t>
            </a:r>
            <a:r>
              <a:rPr sz="3500" spc="-30" dirty="0">
                <a:solidFill>
                  <a:srgbClr val="404040"/>
                </a:solidFill>
                <a:latin typeface="Times New Roman"/>
                <a:cs typeface="Times New Roman"/>
              </a:rPr>
              <a:t> </a:t>
            </a:r>
            <a:r>
              <a:rPr sz="3500" dirty="0">
                <a:solidFill>
                  <a:srgbClr val="404040"/>
                </a:solidFill>
                <a:latin typeface="Times New Roman"/>
                <a:cs typeface="Times New Roman"/>
              </a:rPr>
              <a:t>is </a:t>
            </a:r>
            <a:r>
              <a:rPr sz="3500" spc="-15" dirty="0">
                <a:solidFill>
                  <a:srgbClr val="404040"/>
                </a:solidFill>
                <a:latin typeface="Times New Roman"/>
                <a:cs typeface="Times New Roman"/>
              </a:rPr>
              <a:t>one</a:t>
            </a:r>
            <a:r>
              <a:rPr sz="3500" spc="20" dirty="0">
                <a:solidFill>
                  <a:srgbClr val="404040"/>
                </a:solidFill>
                <a:latin typeface="Times New Roman"/>
                <a:cs typeface="Times New Roman"/>
              </a:rPr>
              <a:t> </a:t>
            </a:r>
            <a:r>
              <a:rPr sz="3500" spc="-50" dirty="0">
                <a:solidFill>
                  <a:srgbClr val="404040"/>
                </a:solidFill>
                <a:latin typeface="Times New Roman"/>
                <a:cs typeface="Times New Roman"/>
              </a:rPr>
              <a:t>resistor.</a:t>
            </a:r>
            <a:r>
              <a:rPr sz="3500" spc="-450" dirty="0">
                <a:solidFill>
                  <a:srgbClr val="404040"/>
                </a:solidFill>
                <a:latin typeface="Times New Roman"/>
                <a:cs typeface="Times New Roman"/>
              </a:rPr>
              <a:t> </a:t>
            </a:r>
            <a:r>
              <a:rPr sz="3500" spc="15" dirty="0">
                <a:solidFill>
                  <a:srgbClr val="404040"/>
                </a:solidFill>
                <a:latin typeface="Times New Roman"/>
                <a:cs typeface="Times New Roman"/>
              </a:rPr>
              <a:t>A</a:t>
            </a:r>
            <a:r>
              <a:rPr sz="3500" spc="-390" dirty="0">
                <a:solidFill>
                  <a:srgbClr val="404040"/>
                </a:solidFill>
                <a:latin typeface="Times New Roman"/>
                <a:cs typeface="Times New Roman"/>
              </a:rPr>
              <a:t> </a:t>
            </a:r>
            <a:r>
              <a:rPr sz="3500" dirty="0">
                <a:solidFill>
                  <a:srgbClr val="404040"/>
                </a:solidFill>
                <a:latin typeface="Times New Roman"/>
                <a:cs typeface="Times New Roman"/>
              </a:rPr>
              <a:t>simple</a:t>
            </a:r>
            <a:r>
              <a:rPr sz="3500" spc="-80" dirty="0">
                <a:solidFill>
                  <a:srgbClr val="404040"/>
                </a:solidFill>
                <a:latin typeface="Times New Roman"/>
                <a:cs typeface="Times New Roman"/>
              </a:rPr>
              <a:t> </a:t>
            </a:r>
            <a:r>
              <a:rPr sz="3500" spc="-10" dirty="0">
                <a:solidFill>
                  <a:srgbClr val="404040"/>
                </a:solidFill>
                <a:latin typeface="Times New Roman"/>
                <a:cs typeface="Times New Roman"/>
              </a:rPr>
              <a:t>interface</a:t>
            </a:r>
            <a:r>
              <a:rPr sz="3500" spc="20" dirty="0">
                <a:solidFill>
                  <a:srgbClr val="404040"/>
                </a:solidFill>
                <a:latin typeface="Times New Roman"/>
                <a:cs typeface="Times New Roman"/>
              </a:rPr>
              <a:t> </a:t>
            </a:r>
            <a:r>
              <a:rPr sz="3500" spc="-5" dirty="0">
                <a:solidFill>
                  <a:srgbClr val="404040"/>
                </a:solidFill>
                <a:latin typeface="Times New Roman"/>
                <a:cs typeface="Times New Roman"/>
              </a:rPr>
              <a:t>could</a:t>
            </a:r>
            <a:r>
              <a:rPr sz="3500" spc="-35" dirty="0">
                <a:solidFill>
                  <a:srgbClr val="404040"/>
                </a:solidFill>
                <a:latin typeface="Times New Roman"/>
                <a:cs typeface="Times New Roman"/>
              </a:rPr>
              <a:t> </a:t>
            </a:r>
            <a:r>
              <a:rPr sz="3500" spc="-10" dirty="0">
                <a:solidFill>
                  <a:srgbClr val="404040"/>
                </a:solidFill>
                <a:latin typeface="Times New Roman"/>
                <a:cs typeface="Times New Roman"/>
              </a:rPr>
              <a:t>be</a:t>
            </a:r>
            <a:r>
              <a:rPr sz="3500" spc="15" dirty="0">
                <a:solidFill>
                  <a:srgbClr val="404040"/>
                </a:solidFill>
                <a:latin typeface="Times New Roman"/>
                <a:cs typeface="Times New Roman"/>
              </a:rPr>
              <a:t> </a:t>
            </a:r>
            <a:r>
              <a:rPr sz="3500" spc="10" dirty="0">
                <a:solidFill>
                  <a:srgbClr val="404040"/>
                </a:solidFill>
                <a:latin typeface="Times New Roman"/>
                <a:cs typeface="Times New Roman"/>
              </a:rPr>
              <a:t>a</a:t>
            </a:r>
            <a:r>
              <a:rPr sz="3500" spc="-45" dirty="0">
                <a:solidFill>
                  <a:srgbClr val="404040"/>
                </a:solidFill>
                <a:latin typeface="Times New Roman"/>
                <a:cs typeface="Times New Roman"/>
              </a:rPr>
              <a:t> </a:t>
            </a:r>
            <a:r>
              <a:rPr sz="3500" spc="45" dirty="0">
                <a:solidFill>
                  <a:srgbClr val="404040"/>
                </a:solidFill>
                <a:latin typeface="Times New Roman"/>
                <a:cs typeface="Times New Roman"/>
              </a:rPr>
              <a:t>0-3.3VADC.</a:t>
            </a:r>
            <a:endParaRPr sz="3500">
              <a:latin typeface="Times New Roman"/>
              <a:cs typeface="Times New Roman"/>
            </a:endParaRPr>
          </a:p>
        </p:txBody>
      </p:sp>
      <p:sp>
        <p:nvSpPr>
          <p:cNvPr id="3" name="object 3"/>
          <p:cNvSpPr txBox="1">
            <a:spLocks noGrp="1"/>
          </p:cNvSpPr>
          <p:nvPr>
            <p:ph type="title"/>
          </p:nvPr>
        </p:nvSpPr>
        <p:spPr>
          <a:xfrm>
            <a:off x="1416050" y="1152207"/>
            <a:ext cx="6619875" cy="1261110"/>
          </a:xfrm>
          <a:prstGeom prst="rect">
            <a:avLst/>
          </a:prstGeom>
        </p:spPr>
        <p:txBody>
          <a:bodyPr vert="horz" wrap="square" lIns="0" tIns="13335" rIns="0" bIns="0" rtlCol="0">
            <a:spAutoFit/>
          </a:bodyPr>
          <a:lstStyle/>
          <a:p>
            <a:pPr marL="12700">
              <a:lnSpc>
                <a:spcPct val="100000"/>
              </a:lnSpc>
              <a:spcBef>
                <a:spcPts val="105"/>
              </a:spcBef>
            </a:pPr>
            <a:r>
              <a:rPr sz="8100" dirty="0">
                <a:solidFill>
                  <a:srgbClr val="000000"/>
                </a:solidFill>
              </a:rPr>
              <a:t>Alcohol</a:t>
            </a:r>
            <a:r>
              <a:rPr sz="8100" spc="-160" dirty="0">
                <a:solidFill>
                  <a:srgbClr val="000000"/>
                </a:solidFill>
              </a:rPr>
              <a:t> </a:t>
            </a:r>
            <a:r>
              <a:rPr sz="8100" dirty="0">
                <a:solidFill>
                  <a:srgbClr val="000000"/>
                </a:solidFill>
              </a:rPr>
              <a:t>Sensor</a:t>
            </a:r>
            <a:endParaRPr sz="8100"/>
          </a:p>
        </p:txBody>
      </p:sp>
      <p:pic>
        <p:nvPicPr>
          <p:cNvPr id="4" name="object 4"/>
          <p:cNvPicPr/>
          <p:nvPr/>
        </p:nvPicPr>
        <p:blipFill>
          <a:blip r:embed="rId2" cstate="print"/>
          <a:stretch>
            <a:fillRect/>
          </a:stretch>
        </p:blipFill>
        <p:spPr>
          <a:xfrm>
            <a:off x="1543050" y="5429250"/>
            <a:ext cx="6019800" cy="38290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8119" y="975042"/>
            <a:ext cx="6628765" cy="1261110"/>
          </a:xfrm>
          <a:prstGeom prst="rect">
            <a:avLst/>
          </a:prstGeom>
        </p:spPr>
        <p:txBody>
          <a:bodyPr vert="horz" wrap="square" lIns="0" tIns="13335" rIns="0" bIns="0" rtlCol="0">
            <a:spAutoFit/>
          </a:bodyPr>
          <a:lstStyle/>
          <a:p>
            <a:pPr marL="12700">
              <a:lnSpc>
                <a:spcPct val="100000"/>
              </a:lnSpc>
              <a:spcBef>
                <a:spcPts val="105"/>
              </a:spcBef>
            </a:pPr>
            <a:r>
              <a:rPr sz="8100" dirty="0">
                <a:solidFill>
                  <a:srgbClr val="000000"/>
                </a:solidFill>
              </a:rPr>
              <a:t>L293D</a:t>
            </a:r>
            <a:r>
              <a:rPr sz="8100" spc="-95" dirty="0">
                <a:solidFill>
                  <a:srgbClr val="000000"/>
                </a:solidFill>
              </a:rPr>
              <a:t> </a:t>
            </a:r>
            <a:r>
              <a:rPr sz="8100" dirty="0">
                <a:solidFill>
                  <a:srgbClr val="000000"/>
                </a:solidFill>
              </a:rPr>
              <a:t>Module</a:t>
            </a:r>
            <a:endParaRPr sz="8100"/>
          </a:p>
        </p:txBody>
      </p:sp>
      <p:sp>
        <p:nvSpPr>
          <p:cNvPr id="3" name="object 3"/>
          <p:cNvSpPr txBox="1"/>
          <p:nvPr/>
        </p:nvSpPr>
        <p:spPr>
          <a:xfrm>
            <a:off x="1436369" y="2386266"/>
            <a:ext cx="12498705" cy="3404235"/>
          </a:xfrm>
          <a:prstGeom prst="rect">
            <a:avLst/>
          </a:prstGeom>
        </p:spPr>
        <p:txBody>
          <a:bodyPr vert="horz" wrap="square" lIns="0" tIns="9525" rIns="0" bIns="0" rtlCol="0">
            <a:spAutoFit/>
          </a:bodyPr>
          <a:lstStyle/>
          <a:p>
            <a:pPr marL="12700" marR="67945">
              <a:lnSpc>
                <a:spcPct val="101400"/>
              </a:lnSpc>
              <a:spcBef>
                <a:spcPts val="75"/>
              </a:spcBef>
            </a:pPr>
            <a:r>
              <a:rPr sz="2900" dirty="0">
                <a:latin typeface="Times New Roman"/>
                <a:cs typeface="Times New Roman"/>
              </a:rPr>
              <a:t>The </a:t>
            </a:r>
            <a:r>
              <a:rPr sz="2900" spc="5" dirty="0">
                <a:latin typeface="Times New Roman"/>
                <a:cs typeface="Times New Roman"/>
              </a:rPr>
              <a:t>L293D </a:t>
            </a:r>
            <a:r>
              <a:rPr sz="2900" spc="10" dirty="0">
                <a:latin typeface="Times New Roman"/>
                <a:cs typeface="Times New Roman"/>
              </a:rPr>
              <a:t>is </a:t>
            </a:r>
            <a:r>
              <a:rPr sz="2900" spc="-5" dirty="0">
                <a:latin typeface="Times New Roman"/>
                <a:cs typeface="Times New Roman"/>
              </a:rPr>
              <a:t>designed </a:t>
            </a:r>
            <a:r>
              <a:rPr sz="2900" spc="10" dirty="0">
                <a:latin typeface="Times New Roman"/>
                <a:cs typeface="Times New Roman"/>
              </a:rPr>
              <a:t>to </a:t>
            </a:r>
            <a:r>
              <a:rPr sz="2900" spc="-5" dirty="0">
                <a:latin typeface="Times New Roman"/>
                <a:cs typeface="Times New Roman"/>
              </a:rPr>
              <a:t>provide </a:t>
            </a:r>
            <a:r>
              <a:rPr sz="2900" spc="-10" dirty="0">
                <a:latin typeface="Times New Roman"/>
                <a:cs typeface="Times New Roman"/>
              </a:rPr>
              <a:t>bidirectional </a:t>
            </a:r>
            <a:r>
              <a:rPr sz="2900" spc="10" dirty="0">
                <a:latin typeface="Times New Roman"/>
                <a:cs typeface="Times New Roman"/>
              </a:rPr>
              <a:t>drive </a:t>
            </a:r>
            <a:r>
              <a:rPr sz="2900" spc="5" dirty="0">
                <a:latin typeface="Times New Roman"/>
                <a:cs typeface="Times New Roman"/>
              </a:rPr>
              <a:t>currents </a:t>
            </a:r>
            <a:r>
              <a:rPr sz="2900" spc="25" dirty="0">
                <a:latin typeface="Times New Roman"/>
                <a:cs typeface="Times New Roman"/>
              </a:rPr>
              <a:t>of </a:t>
            </a:r>
            <a:r>
              <a:rPr sz="2900" spc="30" dirty="0">
                <a:latin typeface="Times New Roman"/>
                <a:cs typeface="Times New Roman"/>
              </a:rPr>
              <a:t>up </a:t>
            </a:r>
            <a:r>
              <a:rPr sz="2900" spc="-25" dirty="0">
                <a:latin typeface="Times New Roman"/>
                <a:cs typeface="Times New Roman"/>
              </a:rPr>
              <a:t>to </a:t>
            </a:r>
            <a:r>
              <a:rPr sz="2900" spc="-10" dirty="0">
                <a:latin typeface="Times New Roman"/>
                <a:cs typeface="Times New Roman"/>
              </a:rPr>
              <a:t>600-mA </a:t>
            </a:r>
            <a:r>
              <a:rPr sz="2900" spc="30" dirty="0">
                <a:latin typeface="Times New Roman"/>
                <a:cs typeface="Times New Roman"/>
              </a:rPr>
              <a:t>at </a:t>
            </a:r>
            <a:r>
              <a:rPr sz="2900" spc="35" dirty="0">
                <a:latin typeface="Times New Roman"/>
                <a:cs typeface="Times New Roman"/>
              </a:rPr>
              <a:t> </a:t>
            </a:r>
            <a:r>
              <a:rPr sz="2900" dirty="0">
                <a:latin typeface="Times New Roman"/>
                <a:cs typeface="Times New Roman"/>
              </a:rPr>
              <a:t>voltages</a:t>
            </a:r>
            <a:r>
              <a:rPr sz="2900" spc="-65" dirty="0">
                <a:latin typeface="Times New Roman"/>
                <a:cs typeface="Times New Roman"/>
              </a:rPr>
              <a:t> </a:t>
            </a:r>
            <a:r>
              <a:rPr sz="2900" dirty="0">
                <a:latin typeface="Times New Roman"/>
                <a:cs typeface="Times New Roman"/>
              </a:rPr>
              <a:t>from 4.5</a:t>
            </a:r>
            <a:r>
              <a:rPr sz="2900" spc="-20" dirty="0">
                <a:latin typeface="Times New Roman"/>
                <a:cs typeface="Times New Roman"/>
              </a:rPr>
              <a:t> </a:t>
            </a:r>
            <a:r>
              <a:rPr sz="2900" spc="15" dirty="0">
                <a:latin typeface="Times New Roman"/>
                <a:cs typeface="Times New Roman"/>
              </a:rPr>
              <a:t>V</a:t>
            </a:r>
            <a:r>
              <a:rPr sz="2900" spc="10" dirty="0">
                <a:latin typeface="Times New Roman"/>
                <a:cs typeface="Times New Roman"/>
              </a:rPr>
              <a:t> to</a:t>
            </a:r>
            <a:r>
              <a:rPr sz="2900" spc="25" dirty="0">
                <a:latin typeface="Times New Roman"/>
                <a:cs typeface="Times New Roman"/>
              </a:rPr>
              <a:t> </a:t>
            </a:r>
            <a:r>
              <a:rPr sz="2900" spc="-10" dirty="0">
                <a:latin typeface="Times New Roman"/>
                <a:cs typeface="Times New Roman"/>
              </a:rPr>
              <a:t>36</a:t>
            </a:r>
            <a:r>
              <a:rPr sz="2900" spc="-20" dirty="0">
                <a:latin typeface="Times New Roman"/>
                <a:cs typeface="Times New Roman"/>
              </a:rPr>
              <a:t> </a:t>
            </a:r>
            <a:r>
              <a:rPr sz="2900" spc="-70" dirty="0">
                <a:latin typeface="Times New Roman"/>
                <a:cs typeface="Times New Roman"/>
              </a:rPr>
              <a:t>V.</a:t>
            </a:r>
            <a:r>
              <a:rPr sz="2900" spc="-409" dirty="0">
                <a:latin typeface="Times New Roman"/>
                <a:cs typeface="Times New Roman"/>
              </a:rPr>
              <a:t> </a:t>
            </a:r>
            <a:r>
              <a:rPr sz="2900" spc="-15" dirty="0">
                <a:latin typeface="Times New Roman"/>
                <a:cs typeface="Times New Roman"/>
              </a:rPr>
              <a:t>Both</a:t>
            </a:r>
            <a:r>
              <a:rPr sz="2900" spc="-35" dirty="0">
                <a:latin typeface="Times New Roman"/>
                <a:cs typeface="Times New Roman"/>
              </a:rPr>
              <a:t> </a:t>
            </a:r>
            <a:r>
              <a:rPr sz="2900" dirty="0">
                <a:latin typeface="Times New Roman"/>
                <a:cs typeface="Times New Roman"/>
              </a:rPr>
              <a:t>devices</a:t>
            </a:r>
            <a:r>
              <a:rPr sz="2900" spc="10" dirty="0">
                <a:latin typeface="Times New Roman"/>
                <a:cs typeface="Times New Roman"/>
              </a:rPr>
              <a:t> </a:t>
            </a:r>
            <a:r>
              <a:rPr sz="2900" dirty="0">
                <a:latin typeface="Times New Roman"/>
                <a:cs typeface="Times New Roman"/>
              </a:rPr>
              <a:t>are</a:t>
            </a:r>
            <a:r>
              <a:rPr sz="2900" spc="-35" dirty="0">
                <a:latin typeface="Times New Roman"/>
                <a:cs typeface="Times New Roman"/>
              </a:rPr>
              <a:t> </a:t>
            </a:r>
            <a:r>
              <a:rPr sz="2900" spc="-5" dirty="0">
                <a:latin typeface="Times New Roman"/>
                <a:cs typeface="Times New Roman"/>
              </a:rPr>
              <a:t>designed</a:t>
            </a:r>
            <a:r>
              <a:rPr sz="2900" spc="-50" dirty="0">
                <a:latin typeface="Times New Roman"/>
                <a:cs typeface="Times New Roman"/>
              </a:rPr>
              <a:t> </a:t>
            </a:r>
            <a:r>
              <a:rPr sz="2900" spc="-25" dirty="0">
                <a:latin typeface="Times New Roman"/>
                <a:cs typeface="Times New Roman"/>
              </a:rPr>
              <a:t>to</a:t>
            </a:r>
            <a:r>
              <a:rPr sz="2900" spc="-35" dirty="0">
                <a:latin typeface="Times New Roman"/>
                <a:cs typeface="Times New Roman"/>
              </a:rPr>
              <a:t> </a:t>
            </a:r>
            <a:r>
              <a:rPr sz="2900" spc="10" dirty="0">
                <a:latin typeface="Times New Roman"/>
                <a:cs typeface="Times New Roman"/>
              </a:rPr>
              <a:t>drive</a:t>
            </a:r>
            <a:r>
              <a:rPr sz="2900" spc="-15" dirty="0">
                <a:latin typeface="Times New Roman"/>
                <a:cs typeface="Times New Roman"/>
              </a:rPr>
              <a:t> </a:t>
            </a:r>
            <a:r>
              <a:rPr sz="2900" dirty="0">
                <a:latin typeface="Times New Roman"/>
                <a:cs typeface="Times New Roman"/>
              </a:rPr>
              <a:t>inductive</a:t>
            </a:r>
            <a:r>
              <a:rPr sz="2900" spc="-35" dirty="0">
                <a:latin typeface="Times New Roman"/>
                <a:cs typeface="Times New Roman"/>
              </a:rPr>
              <a:t> </a:t>
            </a:r>
            <a:r>
              <a:rPr sz="2900" spc="-10" dirty="0">
                <a:latin typeface="Times New Roman"/>
                <a:cs typeface="Times New Roman"/>
              </a:rPr>
              <a:t>loads</a:t>
            </a:r>
            <a:r>
              <a:rPr sz="2900" spc="-60" dirty="0">
                <a:latin typeface="Times New Roman"/>
                <a:cs typeface="Times New Roman"/>
              </a:rPr>
              <a:t> </a:t>
            </a:r>
            <a:r>
              <a:rPr sz="2900" spc="-10" dirty="0">
                <a:latin typeface="Times New Roman"/>
                <a:cs typeface="Times New Roman"/>
              </a:rPr>
              <a:t>such </a:t>
            </a:r>
            <a:r>
              <a:rPr sz="2900" spc="-710" dirty="0">
                <a:latin typeface="Times New Roman"/>
                <a:cs typeface="Times New Roman"/>
              </a:rPr>
              <a:t> </a:t>
            </a:r>
            <a:r>
              <a:rPr sz="2900" spc="-5" dirty="0">
                <a:latin typeface="Times New Roman"/>
                <a:cs typeface="Times New Roman"/>
              </a:rPr>
              <a:t>as </a:t>
            </a:r>
            <a:r>
              <a:rPr sz="2900" spc="-15" dirty="0">
                <a:latin typeface="Times New Roman"/>
                <a:cs typeface="Times New Roman"/>
              </a:rPr>
              <a:t>relays, </a:t>
            </a:r>
            <a:r>
              <a:rPr sz="2900" spc="-10" dirty="0">
                <a:latin typeface="Times New Roman"/>
                <a:cs typeface="Times New Roman"/>
              </a:rPr>
              <a:t>solenoids, </a:t>
            </a:r>
            <a:r>
              <a:rPr sz="2900" spc="10" dirty="0">
                <a:latin typeface="Times New Roman"/>
                <a:cs typeface="Times New Roman"/>
              </a:rPr>
              <a:t>DC </a:t>
            </a:r>
            <a:r>
              <a:rPr sz="2900" spc="-10" dirty="0">
                <a:latin typeface="Times New Roman"/>
                <a:cs typeface="Times New Roman"/>
              </a:rPr>
              <a:t>and </a:t>
            </a:r>
            <a:r>
              <a:rPr sz="2900" dirty="0">
                <a:latin typeface="Times New Roman"/>
                <a:cs typeface="Times New Roman"/>
              </a:rPr>
              <a:t>bipolar stepping </a:t>
            </a:r>
            <a:r>
              <a:rPr sz="2900" spc="-5" dirty="0">
                <a:latin typeface="Times New Roman"/>
                <a:cs typeface="Times New Roman"/>
              </a:rPr>
              <a:t>motors, </a:t>
            </a:r>
            <a:r>
              <a:rPr sz="2900" spc="35" dirty="0">
                <a:latin typeface="Times New Roman"/>
                <a:cs typeface="Times New Roman"/>
              </a:rPr>
              <a:t>as </a:t>
            </a:r>
            <a:r>
              <a:rPr sz="2900" dirty="0">
                <a:latin typeface="Times New Roman"/>
                <a:cs typeface="Times New Roman"/>
              </a:rPr>
              <a:t>well </a:t>
            </a:r>
            <a:r>
              <a:rPr sz="2900" spc="-5" dirty="0">
                <a:latin typeface="Times New Roman"/>
                <a:cs typeface="Times New Roman"/>
              </a:rPr>
              <a:t>as </a:t>
            </a:r>
            <a:r>
              <a:rPr sz="2900" spc="5" dirty="0">
                <a:latin typeface="Times New Roman"/>
                <a:cs typeface="Times New Roman"/>
              </a:rPr>
              <a:t>other </a:t>
            </a:r>
            <a:r>
              <a:rPr sz="2900" spc="-15" dirty="0">
                <a:latin typeface="Times New Roman"/>
                <a:cs typeface="Times New Roman"/>
              </a:rPr>
              <a:t>high- </a:t>
            </a:r>
            <a:r>
              <a:rPr sz="2900" spc="-10" dirty="0">
                <a:latin typeface="Times New Roman"/>
                <a:cs typeface="Times New Roman"/>
              </a:rPr>
              <a:t> current/high-voltage</a:t>
            </a:r>
            <a:r>
              <a:rPr sz="2900" spc="-85" dirty="0">
                <a:latin typeface="Times New Roman"/>
                <a:cs typeface="Times New Roman"/>
              </a:rPr>
              <a:t> </a:t>
            </a:r>
            <a:r>
              <a:rPr sz="2900" spc="5" dirty="0">
                <a:latin typeface="Times New Roman"/>
                <a:cs typeface="Times New Roman"/>
              </a:rPr>
              <a:t>loads</a:t>
            </a:r>
            <a:r>
              <a:rPr sz="2900" spc="-20" dirty="0">
                <a:latin typeface="Times New Roman"/>
                <a:cs typeface="Times New Roman"/>
              </a:rPr>
              <a:t> </a:t>
            </a:r>
            <a:r>
              <a:rPr sz="2900" spc="-25" dirty="0">
                <a:latin typeface="Times New Roman"/>
                <a:cs typeface="Times New Roman"/>
              </a:rPr>
              <a:t>in</a:t>
            </a:r>
            <a:r>
              <a:rPr sz="2900" spc="-35" dirty="0">
                <a:latin typeface="Times New Roman"/>
                <a:cs typeface="Times New Roman"/>
              </a:rPr>
              <a:t> </a:t>
            </a:r>
            <a:r>
              <a:rPr sz="2900" spc="-5" dirty="0">
                <a:latin typeface="Times New Roman"/>
                <a:cs typeface="Times New Roman"/>
              </a:rPr>
              <a:t>positive-supply</a:t>
            </a:r>
            <a:r>
              <a:rPr sz="2900" spc="-60" dirty="0">
                <a:latin typeface="Times New Roman"/>
                <a:cs typeface="Times New Roman"/>
              </a:rPr>
              <a:t> </a:t>
            </a:r>
            <a:r>
              <a:rPr sz="2900" dirty="0">
                <a:latin typeface="Times New Roman"/>
                <a:cs typeface="Times New Roman"/>
              </a:rPr>
              <a:t>applications.</a:t>
            </a:r>
            <a:endParaRPr sz="2900">
              <a:latin typeface="Times New Roman"/>
              <a:cs typeface="Times New Roman"/>
            </a:endParaRPr>
          </a:p>
          <a:p>
            <a:pPr marL="12700" marR="5080" algn="just">
              <a:lnSpc>
                <a:spcPct val="101400"/>
              </a:lnSpc>
              <a:spcBef>
                <a:spcPts val="1920"/>
              </a:spcBef>
            </a:pPr>
            <a:r>
              <a:rPr sz="2900" dirty="0">
                <a:latin typeface="Times New Roman"/>
                <a:cs typeface="Times New Roman"/>
              </a:rPr>
              <a:t>The </a:t>
            </a:r>
            <a:r>
              <a:rPr sz="2900" spc="5" dirty="0">
                <a:latin typeface="Times New Roman"/>
                <a:cs typeface="Times New Roman"/>
              </a:rPr>
              <a:t>L293D </a:t>
            </a:r>
            <a:r>
              <a:rPr sz="2900" spc="10" dirty="0">
                <a:latin typeface="Times New Roman"/>
                <a:cs typeface="Times New Roman"/>
              </a:rPr>
              <a:t>is a </a:t>
            </a:r>
            <a:r>
              <a:rPr sz="2900" spc="-5" dirty="0">
                <a:latin typeface="Times New Roman"/>
                <a:cs typeface="Times New Roman"/>
              </a:rPr>
              <a:t>dual-channel H-Bridge </a:t>
            </a:r>
            <a:r>
              <a:rPr sz="2900" spc="-10" dirty="0">
                <a:latin typeface="Times New Roman"/>
                <a:cs typeface="Times New Roman"/>
              </a:rPr>
              <a:t>motor driver </a:t>
            </a:r>
            <a:r>
              <a:rPr sz="2900" spc="-5" dirty="0">
                <a:latin typeface="Times New Roman"/>
                <a:cs typeface="Times New Roman"/>
              </a:rPr>
              <a:t>that can </a:t>
            </a:r>
            <a:r>
              <a:rPr sz="2900" dirty="0">
                <a:latin typeface="Times New Roman"/>
                <a:cs typeface="Times New Roman"/>
              </a:rPr>
              <a:t>control </a:t>
            </a:r>
            <a:r>
              <a:rPr sz="2900" spc="10" dirty="0">
                <a:latin typeface="Times New Roman"/>
                <a:cs typeface="Times New Roman"/>
              </a:rPr>
              <a:t>two DC </a:t>
            </a:r>
            <a:r>
              <a:rPr sz="2900" spc="-5" dirty="0">
                <a:latin typeface="Times New Roman"/>
                <a:cs typeface="Times New Roman"/>
              </a:rPr>
              <a:t>motors </a:t>
            </a:r>
            <a:r>
              <a:rPr sz="2900" spc="-710" dirty="0">
                <a:latin typeface="Times New Roman"/>
                <a:cs typeface="Times New Roman"/>
              </a:rPr>
              <a:t> </a:t>
            </a:r>
            <a:r>
              <a:rPr sz="2900" spc="-10" dirty="0">
                <a:latin typeface="Times New Roman"/>
                <a:cs typeface="Times New Roman"/>
              </a:rPr>
              <a:t>or </a:t>
            </a:r>
            <a:r>
              <a:rPr sz="2900" spc="10" dirty="0">
                <a:latin typeface="Times New Roman"/>
                <a:cs typeface="Times New Roman"/>
              </a:rPr>
              <a:t>a </a:t>
            </a:r>
            <a:r>
              <a:rPr sz="2900" spc="-5" dirty="0">
                <a:latin typeface="Times New Roman"/>
                <a:cs typeface="Times New Roman"/>
              </a:rPr>
              <a:t>single </a:t>
            </a:r>
            <a:r>
              <a:rPr sz="2900" spc="-10" dirty="0">
                <a:latin typeface="Times New Roman"/>
                <a:cs typeface="Times New Roman"/>
              </a:rPr>
              <a:t>stepper </a:t>
            </a:r>
            <a:r>
              <a:rPr sz="2900" spc="-55" dirty="0">
                <a:latin typeface="Times New Roman"/>
                <a:cs typeface="Times New Roman"/>
              </a:rPr>
              <a:t>motor. </a:t>
            </a:r>
            <a:r>
              <a:rPr sz="2900" dirty="0">
                <a:latin typeface="Times New Roman"/>
                <a:cs typeface="Times New Roman"/>
              </a:rPr>
              <a:t>Because </a:t>
            </a:r>
            <a:r>
              <a:rPr sz="2900" spc="-5" dirty="0">
                <a:latin typeface="Times New Roman"/>
                <a:cs typeface="Times New Roman"/>
              </a:rPr>
              <a:t>the shield </a:t>
            </a:r>
            <a:r>
              <a:rPr sz="2900" dirty="0">
                <a:latin typeface="Times New Roman"/>
                <a:cs typeface="Times New Roman"/>
              </a:rPr>
              <a:t>includes </a:t>
            </a:r>
            <a:r>
              <a:rPr sz="2900" spc="-15" dirty="0">
                <a:latin typeface="Times New Roman"/>
                <a:cs typeface="Times New Roman"/>
              </a:rPr>
              <a:t>two </a:t>
            </a:r>
            <a:r>
              <a:rPr sz="2900" spc="10" dirty="0">
                <a:latin typeface="Times New Roman"/>
                <a:cs typeface="Times New Roman"/>
              </a:rPr>
              <a:t>such </a:t>
            </a:r>
            <a:r>
              <a:rPr sz="2900" spc="-10" dirty="0">
                <a:latin typeface="Times New Roman"/>
                <a:cs typeface="Times New Roman"/>
              </a:rPr>
              <a:t>motor </a:t>
            </a:r>
            <a:r>
              <a:rPr sz="2900" dirty="0">
                <a:latin typeface="Times New Roman"/>
                <a:cs typeface="Times New Roman"/>
              </a:rPr>
              <a:t>drivers, </a:t>
            </a:r>
            <a:r>
              <a:rPr sz="2900" spc="10" dirty="0">
                <a:latin typeface="Times New Roman"/>
                <a:cs typeface="Times New Roman"/>
              </a:rPr>
              <a:t>it </a:t>
            </a:r>
            <a:r>
              <a:rPr sz="2900" spc="-15" dirty="0">
                <a:latin typeface="Times New Roman"/>
                <a:cs typeface="Times New Roman"/>
              </a:rPr>
              <a:t>can </a:t>
            </a:r>
            <a:r>
              <a:rPr sz="2900" spc="-10" dirty="0">
                <a:latin typeface="Times New Roman"/>
                <a:cs typeface="Times New Roman"/>
              </a:rPr>
              <a:t> </a:t>
            </a:r>
            <a:r>
              <a:rPr sz="2900" dirty="0">
                <a:latin typeface="Times New Roman"/>
                <a:cs typeface="Times New Roman"/>
              </a:rPr>
              <a:t>control</a:t>
            </a:r>
            <a:r>
              <a:rPr sz="2900" spc="-85" dirty="0">
                <a:latin typeface="Times New Roman"/>
                <a:cs typeface="Times New Roman"/>
              </a:rPr>
              <a:t> </a:t>
            </a:r>
            <a:r>
              <a:rPr sz="2900" spc="-10" dirty="0">
                <a:latin typeface="Times New Roman"/>
                <a:cs typeface="Times New Roman"/>
              </a:rPr>
              <a:t>up</a:t>
            </a:r>
            <a:r>
              <a:rPr sz="2900" spc="-25" dirty="0">
                <a:latin typeface="Times New Roman"/>
                <a:cs typeface="Times New Roman"/>
              </a:rPr>
              <a:t> </a:t>
            </a:r>
            <a:r>
              <a:rPr sz="2900" spc="15" dirty="0">
                <a:latin typeface="Times New Roman"/>
                <a:cs typeface="Times New Roman"/>
              </a:rPr>
              <a:t>to</a:t>
            </a:r>
            <a:r>
              <a:rPr sz="2900" spc="-25" dirty="0">
                <a:latin typeface="Times New Roman"/>
                <a:cs typeface="Times New Roman"/>
              </a:rPr>
              <a:t> </a:t>
            </a:r>
            <a:r>
              <a:rPr sz="2900" spc="5" dirty="0">
                <a:latin typeface="Times New Roman"/>
                <a:cs typeface="Times New Roman"/>
              </a:rPr>
              <a:t>four</a:t>
            </a:r>
            <a:r>
              <a:rPr sz="2900" spc="-55" dirty="0">
                <a:latin typeface="Times New Roman"/>
                <a:cs typeface="Times New Roman"/>
              </a:rPr>
              <a:t> </a:t>
            </a:r>
            <a:r>
              <a:rPr sz="2900" spc="10" dirty="0">
                <a:latin typeface="Times New Roman"/>
                <a:cs typeface="Times New Roman"/>
              </a:rPr>
              <a:t>DC</a:t>
            </a:r>
            <a:r>
              <a:rPr sz="2900" spc="-45" dirty="0">
                <a:latin typeface="Times New Roman"/>
                <a:cs typeface="Times New Roman"/>
              </a:rPr>
              <a:t> </a:t>
            </a:r>
            <a:r>
              <a:rPr sz="2900" spc="5" dirty="0">
                <a:latin typeface="Times New Roman"/>
                <a:cs typeface="Times New Roman"/>
              </a:rPr>
              <a:t>motors</a:t>
            </a:r>
            <a:r>
              <a:rPr sz="2900" spc="-100" dirty="0">
                <a:latin typeface="Times New Roman"/>
                <a:cs typeface="Times New Roman"/>
              </a:rPr>
              <a:t> </a:t>
            </a:r>
            <a:r>
              <a:rPr sz="2900" spc="25" dirty="0">
                <a:latin typeface="Times New Roman"/>
                <a:cs typeface="Times New Roman"/>
              </a:rPr>
              <a:t>or</a:t>
            </a:r>
            <a:r>
              <a:rPr sz="2900" spc="-65" dirty="0">
                <a:latin typeface="Times New Roman"/>
                <a:cs typeface="Times New Roman"/>
              </a:rPr>
              <a:t> </a:t>
            </a:r>
            <a:r>
              <a:rPr sz="2900" spc="10" dirty="0">
                <a:latin typeface="Times New Roman"/>
                <a:cs typeface="Times New Roman"/>
              </a:rPr>
              <a:t>two</a:t>
            </a:r>
            <a:r>
              <a:rPr sz="2900" spc="-25" dirty="0">
                <a:latin typeface="Times New Roman"/>
                <a:cs typeface="Times New Roman"/>
              </a:rPr>
              <a:t> </a:t>
            </a:r>
            <a:r>
              <a:rPr sz="2900" spc="-10" dirty="0">
                <a:latin typeface="Times New Roman"/>
                <a:cs typeface="Times New Roman"/>
              </a:rPr>
              <a:t>stepper</a:t>
            </a:r>
            <a:r>
              <a:rPr sz="2900" spc="-15" dirty="0">
                <a:latin typeface="Times New Roman"/>
                <a:cs typeface="Times New Roman"/>
              </a:rPr>
              <a:t> </a:t>
            </a:r>
            <a:r>
              <a:rPr sz="2900" spc="-10" dirty="0">
                <a:latin typeface="Times New Roman"/>
                <a:cs typeface="Times New Roman"/>
              </a:rPr>
              <a:t>motors.</a:t>
            </a:r>
            <a:endParaRPr sz="2900">
              <a:latin typeface="Times New Roman"/>
              <a:cs typeface="Times New Roman"/>
            </a:endParaRPr>
          </a:p>
        </p:txBody>
      </p:sp>
      <p:pic>
        <p:nvPicPr>
          <p:cNvPr id="4" name="object 4"/>
          <p:cNvPicPr/>
          <p:nvPr/>
        </p:nvPicPr>
        <p:blipFill>
          <a:blip r:embed="rId2" cstate="print"/>
          <a:stretch>
            <a:fillRect/>
          </a:stretch>
        </p:blipFill>
        <p:spPr>
          <a:xfrm>
            <a:off x="10906125" y="5448300"/>
            <a:ext cx="4876800" cy="3429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83969" y="2891789"/>
            <a:ext cx="13084810" cy="5107305"/>
          </a:xfrm>
          <a:prstGeom prst="rect">
            <a:avLst/>
          </a:prstGeom>
        </p:spPr>
        <p:txBody>
          <a:bodyPr vert="horz" wrap="square" lIns="0" tIns="16510" rIns="0" bIns="0" rtlCol="0">
            <a:spAutoFit/>
          </a:bodyPr>
          <a:lstStyle/>
          <a:p>
            <a:pPr marL="12700">
              <a:lnSpc>
                <a:spcPct val="100000"/>
              </a:lnSpc>
              <a:spcBef>
                <a:spcPts val="130"/>
              </a:spcBef>
            </a:pPr>
            <a:r>
              <a:rPr sz="4250" b="1" spc="10" dirty="0">
                <a:solidFill>
                  <a:srgbClr val="404040"/>
                </a:solidFill>
                <a:latin typeface="Times New Roman"/>
                <a:cs typeface="Times New Roman"/>
              </a:rPr>
              <a:t>DESIGN</a:t>
            </a:r>
            <a:endParaRPr sz="4250">
              <a:latin typeface="Times New Roman"/>
              <a:cs typeface="Times New Roman"/>
            </a:endParaRPr>
          </a:p>
          <a:p>
            <a:pPr marL="12700">
              <a:lnSpc>
                <a:spcPct val="100000"/>
              </a:lnSpc>
              <a:spcBef>
                <a:spcPts val="5"/>
              </a:spcBef>
            </a:pPr>
            <a:r>
              <a:rPr sz="4100" spc="-200" dirty="0">
                <a:solidFill>
                  <a:srgbClr val="404040"/>
                </a:solidFill>
                <a:latin typeface="Times New Roman"/>
                <a:cs typeface="Times New Roman"/>
              </a:rPr>
              <a:t>To</a:t>
            </a:r>
            <a:r>
              <a:rPr sz="4100" spc="-165" dirty="0">
                <a:solidFill>
                  <a:srgbClr val="404040"/>
                </a:solidFill>
                <a:latin typeface="Times New Roman"/>
                <a:cs typeface="Times New Roman"/>
              </a:rPr>
              <a:t> </a:t>
            </a:r>
            <a:r>
              <a:rPr sz="4100" dirty="0">
                <a:solidFill>
                  <a:srgbClr val="404040"/>
                </a:solidFill>
                <a:latin typeface="Times New Roman"/>
                <a:cs typeface="Times New Roman"/>
              </a:rPr>
              <a:t>achieve</a:t>
            </a:r>
            <a:r>
              <a:rPr sz="4100" spc="-5" dirty="0">
                <a:solidFill>
                  <a:srgbClr val="404040"/>
                </a:solidFill>
                <a:latin typeface="Times New Roman"/>
                <a:cs typeface="Times New Roman"/>
              </a:rPr>
              <a:t> </a:t>
            </a:r>
            <a:r>
              <a:rPr sz="4100" spc="10" dirty="0">
                <a:solidFill>
                  <a:srgbClr val="404040"/>
                </a:solidFill>
                <a:latin typeface="Times New Roman"/>
                <a:cs typeface="Times New Roman"/>
              </a:rPr>
              <a:t>this,</a:t>
            </a:r>
            <a:r>
              <a:rPr sz="4100" spc="-60" dirty="0">
                <a:solidFill>
                  <a:srgbClr val="404040"/>
                </a:solidFill>
                <a:latin typeface="Times New Roman"/>
                <a:cs typeface="Times New Roman"/>
              </a:rPr>
              <a:t> </a:t>
            </a:r>
            <a:r>
              <a:rPr sz="4100" spc="-5" dirty="0">
                <a:solidFill>
                  <a:srgbClr val="404040"/>
                </a:solidFill>
                <a:latin typeface="Times New Roman"/>
                <a:cs typeface="Times New Roman"/>
              </a:rPr>
              <a:t>an</a:t>
            </a:r>
            <a:r>
              <a:rPr sz="4100" spc="60" dirty="0">
                <a:solidFill>
                  <a:srgbClr val="404040"/>
                </a:solidFill>
                <a:latin typeface="Times New Roman"/>
                <a:cs typeface="Times New Roman"/>
              </a:rPr>
              <a:t> </a:t>
            </a:r>
            <a:r>
              <a:rPr sz="4100" dirty="0">
                <a:solidFill>
                  <a:srgbClr val="404040"/>
                </a:solidFill>
                <a:latin typeface="Times New Roman"/>
                <a:cs typeface="Times New Roman"/>
              </a:rPr>
              <a:t>alcohol</a:t>
            </a:r>
            <a:r>
              <a:rPr sz="4100" spc="-10" dirty="0">
                <a:solidFill>
                  <a:srgbClr val="404040"/>
                </a:solidFill>
                <a:latin typeface="Times New Roman"/>
                <a:cs typeface="Times New Roman"/>
              </a:rPr>
              <a:t> </a:t>
            </a:r>
            <a:r>
              <a:rPr sz="4100" dirty="0">
                <a:solidFill>
                  <a:srgbClr val="404040"/>
                </a:solidFill>
                <a:latin typeface="Times New Roman"/>
                <a:cs typeface="Times New Roman"/>
              </a:rPr>
              <a:t>sensor</a:t>
            </a:r>
            <a:r>
              <a:rPr sz="4100" spc="10" dirty="0">
                <a:solidFill>
                  <a:srgbClr val="404040"/>
                </a:solidFill>
                <a:latin typeface="Times New Roman"/>
                <a:cs typeface="Times New Roman"/>
              </a:rPr>
              <a:t> </a:t>
            </a:r>
            <a:r>
              <a:rPr sz="4100" spc="-5" dirty="0">
                <a:solidFill>
                  <a:srgbClr val="404040"/>
                </a:solidFill>
                <a:latin typeface="Times New Roman"/>
                <a:cs typeface="Times New Roman"/>
              </a:rPr>
              <a:t>is</a:t>
            </a:r>
            <a:r>
              <a:rPr sz="4100" spc="-10" dirty="0">
                <a:solidFill>
                  <a:srgbClr val="404040"/>
                </a:solidFill>
                <a:latin typeface="Times New Roman"/>
                <a:cs typeface="Times New Roman"/>
              </a:rPr>
              <a:t> </a:t>
            </a:r>
            <a:r>
              <a:rPr sz="4100" spc="20" dirty="0">
                <a:solidFill>
                  <a:srgbClr val="404040"/>
                </a:solidFill>
                <a:latin typeface="Times New Roman"/>
                <a:cs typeface="Times New Roman"/>
              </a:rPr>
              <a:t>used</a:t>
            </a:r>
            <a:r>
              <a:rPr sz="4100" spc="-10" dirty="0">
                <a:solidFill>
                  <a:srgbClr val="404040"/>
                </a:solidFill>
                <a:latin typeface="Times New Roman"/>
                <a:cs typeface="Times New Roman"/>
              </a:rPr>
              <a:t> </a:t>
            </a:r>
            <a:r>
              <a:rPr sz="4100" spc="-5" dirty="0">
                <a:solidFill>
                  <a:srgbClr val="404040"/>
                </a:solidFill>
                <a:latin typeface="Times New Roman"/>
                <a:cs typeface="Times New Roman"/>
              </a:rPr>
              <a:t>to</a:t>
            </a:r>
            <a:r>
              <a:rPr sz="4100" spc="-20" dirty="0">
                <a:solidFill>
                  <a:srgbClr val="404040"/>
                </a:solidFill>
                <a:latin typeface="Times New Roman"/>
                <a:cs typeface="Times New Roman"/>
              </a:rPr>
              <a:t> </a:t>
            </a:r>
            <a:r>
              <a:rPr sz="4100" spc="5" dirty="0">
                <a:solidFill>
                  <a:srgbClr val="404040"/>
                </a:solidFill>
                <a:latin typeface="Times New Roman"/>
                <a:cs typeface="Times New Roman"/>
              </a:rPr>
              <a:t>detect </a:t>
            </a:r>
            <a:r>
              <a:rPr sz="4100" spc="10" dirty="0">
                <a:solidFill>
                  <a:srgbClr val="404040"/>
                </a:solidFill>
                <a:latin typeface="Times New Roman"/>
                <a:cs typeface="Times New Roman"/>
              </a:rPr>
              <a:t>the</a:t>
            </a:r>
            <a:r>
              <a:rPr sz="4100" spc="-10" dirty="0">
                <a:solidFill>
                  <a:srgbClr val="404040"/>
                </a:solidFill>
                <a:latin typeface="Times New Roman"/>
                <a:cs typeface="Times New Roman"/>
              </a:rPr>
              <a:t> </a:t>
            </a:r>
            <a:r>
              <a:rPr sz="4100" spc="-5" dirty="0">
                <a:solidFill>
                  <a:srgbClr val="404040"/>
                </a:solidFill>
                <a:latin typeface="Times New Roman"/>
                <a:cs typeface="Times New Roman"/>
              </a:rPr>
              <a:t>alcohol.</a:t>
            </a:r>
            <a:endParaRPr sz="4100">
              <a:latin typeface="Times New Roman"/>
              <a:cs typeface="Times New Roman"/>
            </a:endParaRPr>
          </a:p>
          <a:p>
            <a:pPr marL="12700" marR="170815">
              <a:lnSpc>
                <a:spcPts val="4880"/>
              </a:lnSpc>
              <a:spcBef>
                <a:spcPts val="380"/>
              </a:spcBef>
            </a:pPr>
            <a:r>
              <a:rPr sz="4100" dirty="0">
                <a:solidFill>
                  <a:srgbClr val="404040"/>
                </a:solidFill>
                <a:latin typeface="Times New Roman"/>
                <a:cs typeface="Times New Roman"/>
              </a:rPr>
              <a:t>Additional</a:t>
            </a:r>
            <a:r>
              <a:rPr sz="4100" spc="30" dirty="0">
                <a:solidFill>
                  <a:srgbClr val="404040"/>
                </a:solidFill>
                <a:latin typeface="Times New Roman"/>
                <a:cs typeface="Times New Roman"/>
              </a:rPr>
              <a:t> </a:t>
            </a:r>
            <a:r>
              <a:rPr sz="4100" dirty="0">
                <a:solidFill>
                  <a:srgbClr val="404040"/>
                </a:solidFill>
                <a:latin typeface="Times New Roman"/>
                <a:cs typeface="Times New Roman"/>
              </a:rPr>
              <a:t>sensors </a:t>
            </a:r>
            <a:r>
              <a:rPr sz="4100" spc="10" dirty="0">
                <a:solidFill>
                  <a:srgbClr val="404040"/>
                </a:solidFill>
                <a:latin typeface="Times New Roman"/>
                <a:cs typeface="Times New Roman"/>
              </a:rPr>
              <a:t>can</a:t>
            </a:r>
            <a:r>
              <a:rPr sz="4100" spc="25" dirty="0">
                <a:solidFill>
                  <a:srgbClr val="404040"/>
                </a:solidFill>
                <a:latin typeface="Times New Roman"/>
                <a:cs typeface="Times New Roman"/>
              </a:rPr>
              <a:t> be</a:t>
            </a:r>
            <a:r>
              <a:rPr sz="4100" spc="20" dirty="0">
                <a:solidFill>
                  <a:srgbClr val="404040"/>
                </a:solidFill>
                <a:latin typeface="Times New Roman"/>
                <a:cs typeface="Times New Roman"/>
              </a:rPr>
              <a:t> </a:t>
            </a:r>
            <a:r>
              <a:rPr sz="4100" dirty="0">
                <a:solidFill>
                  <a:srgbClr val="404040"/>
                </a:solidFill>
                <a:latin typeface="Times New Roman"/>
                <a:cs typeface="Times New Roman"/>
              </a:rPr>
              <a:t>used</a:t>
            </a:r>
            <a:r>
              <a:rPr sz="4100" spc="-10" dirty="0">
                <a:solidFill>
                  <a:srgbClr val="404040"/>
                </a:solidFill>
                <a:latin typeface="Times New Roman"/>
                <a:cs typeface="Times New Roman"/>
              </a:rPr>
              <a:t> </a:t>
            </a:r>
            <a:r>
              <a:rPr sz="4100" spc="-5" dirty="0">
                <a:solidFill>
                  <a:srgbClr val="404040"/>
                </a:solidFill>
                <a:latin typeface="Times New Roman"/>
                <a:cs typeface="Times New Roman"/>
              </a:rPr>
              <a:t>to</a:t>
            </a:r>
            <a:r>
              <a:rPr sz="4100" spc="-15" dirty="0">
                <a:solidFill>
                  <a:srgbClr val="404040"/>
                </a:solidFill>
                <a:latin typeface="Times New Roman"/>
                <a:cs typeface="Times New Roman"/>
              </a:rPr>
              <a:t> </a:t>
            </a:r>
            <a:r>
              <a:rPr sz="4100" dirty="0">
                <a:solidFill>
                  <a:srgbClr val="404040"/>
                </a:solidFill>
                <a:latin typeface="Times New Roman"/>
                <a:cs typeface="Times New Roman"/>
              </a:rPr>
              <a:t>modify</a:t>
            </a:r>
            <a:r>
              <a:rPr sz="4100" spc="-5" dirty="0">
                <a:solidFill>
                  <a:srgbClr val="404040"/>
                </a:solidFill>
                <a:latin typeface="Times New Roman"/>
                <a:cs typeface="Times New Roman"/>
              </a:rPr>
              <a:t> </a:t>
            </a:r>
            <a:r>
              <a:rPr sz="4100" spc="10" dirty="0">
                <a:solidFill>
                  <a:srgbClr val="404040"/>
                </a:solidFill>
                <a:latin typeface="Times New Roman"/>
                <a:cs typeface="Times New Roman"/>
              </a:rPr>
              <a:t>the</a:t>
            </a:r>
            <a:r>
              <a:rPr sz="4100" spc="5" dirty="0">
                <a:solidFill>
                  <a:srgbClr val="404040"/>
                </a:solidFill>
                <a:latin typeface="Times New Roman"/>
                <a:cs typeface="Times New Roman"/>
              </a:rPr>
              <a:t> </a:t>
            </a:r>
            <a:r>
              <a:rPr sz="4100" spc="-5" dirty="0">
                <a:solidFill>
                  <a:srgbClr val="404040"/>
                </a:solidFill>
                <a:latin typeface="Times New Roman"/>
                <a:cs typeface="Times New Roman"/>
              </a:rPr>
              <a:t>design. </a:t>
            </a:r>
            <a:r>
              <a:rPr sz="4100" dirty="0">
                <a:solidFill>
                  <a:srgbClr val="404040"/>
                </a:solidFill>
                <a:latin typeface="Times New Roman"/>
                <a:cs typeface="Times New Roman"/>
              </a:rPr>
              <a:t> placement </a:t>
            </a:r>
            <a:r>
              <a:rPr sz="4100" spc="25" dirty="0">
                <a:solidFill>
                  <a:srgbClr val="404040"/>
                </a:solidFill>
                <a:latin typeface="Times New Roman"/>
                <a:cs typeface="Times New Roman"/>
              </a:rPr>
              <a:t>of </a:t>
            </a:r>
            <a:r>
              <a:rPr sz="4100" spc="5" dirty="0">
                <a:solidFill>
                  <a:srgbClr val="404040"/>
                </a:solidFill>
                <a:latin typeface="Times New Roman"/>
                <a:cs typeface="Times New Roman"/>
              </a:rPr>
              <a:t>components </a:t>
            </a:r>
            <a:r>
              <a:rPr sz="4100" spc="10" dirty="0">
                <a:solidFill>
                  <a:srgbClr val="404040"/>
                </a:solidFill>
                <a:latin typeface="Times New Roman"/>
                <a:cs typeface="Times New Roman"/>
              </a:rPr>
              <a:t>scaled </a:t>
            </a:r>
            <a:r>
              <a:rPr sz="4100" spc="-5" dirty="0">
                <a:solidFill>
                  <a:srgbClr val="404040"/>
                </a:solidFill>
                <a:latin typeface="Times New Roman"/>
                <a:cs typeface="Times New Roman"/>
              </a:rPr>
              <a:t>to </a:t>
            </a:r>
            <a:r>
              <a:rPr sz="4100" spc="10" dirty="0">
                <a:solidFill>
                  <a:srgbClr val="404040"/>
                </a:solidFill>
                <a:latin typeface="Times New Roman"/>
                <a:cs typeface="Times New Roman"/>
              </a:rPr>
              <a:t>the </a:t>
            </a:r>
            <a:r>
              <a:rPr sz="4100" spc="5" dirty="0">
                <a:solidFill>
                  <a:srgbClr val="404040"/>
                </a:solidFill>
                <a:latin typeface="Times New Roman"/>
                <a:cs typeface="Times New Roman"/>
              </a:rPr>
              <a:t>model </a:t>
            </a:r>
            <a:r>
              <a:rPr sz="4100" spc="10" dirty="0">
                <a:solidFill>
                  <a:srgbClr val="404040"/>
                </a:solidFill>
                <a:latin typeface="Times New Roman"/>
                <a:cs typeface="Times New Roman"/>
              </a:rPr>
              <a:t>and </a:t>
            </a:r>
            <a:r>
              <a:rPr sz="4100" dirty="0">
                <a:solidFill>
                  <a:srgbClr val="404040"/>
                </a:solidFill>
                <a:latin typeface="Times New Roman"/>
                <a:cs typeface="Times New Roman"/>
              </a:rPr>
              <a:t>peripherals </a:t>
            </a:r>
            <a:r>
              <a:rPr sz="4100" spc="-1010" dirty="0">
                <a:solidFill>
                  <a:srgbClr val="404040"/>
                </a:solidFill>
                <a:latin typeface="Times New Roman"/>
                <a:cs typeface="Times New Roman"/>
              </a:rPr>
              <a:t> </a:t>
            </a:r>
            <a:r>
              <a:rPr sz="4100" spc="5" dirty="0">
                <a:solidFill>
                  <a:srgbClr val="404040"/>
                </a:solidFill>
                <a:latin typeface="Times New Roman"/>
                <a:cs typeface="Times New Roman"/>
              </a:rPr>
              <a:t>connected</a:t>
            </a:r>
            <a:r>
              <a:rPr sz="4100" spc="-35" dirty="0">
                <a:solidFill>
                  <a:srgbClr val="404040"/>
                </a:solidFill>
                <a:latin typeface="Times New Roman"/>
                <a:cs typeface="Times New Roman"/>
              </a:rPr>
              <a:t> </a:t>
            </a:r>
            <a:r>
              <a:rPr sz="4100" spc="35" dirty="0">
                <a:solidFill>
                  <a:srgbClr val="404040"/>
                </a:solidFill>
                <a:latin typeface="Times New Roman"/>
                <a:cs typeface="Times New Roman"/>
              </a:rPr>
              <a:t>to</a:t>
            </a:r>
            <a:r>
              <a:rPr sz="4100" spc="-35" dirty="0">
                <a:solidFill>
                  <a:srgbClr val="404040"/>
                </a:solidFill>
                <a:latin typeface="Times New Roman"/>
                <a:cs typeface="Times New Roman"/>
              </a:rPr>
              <a:t> </a:t>
            </a:r>
            <a:r>
              <a:rPr sz="4100" spc="10" dirty="0">
                <a:solidFill>
                  <a:srgbClr val="404040"/>
                </a:solidFill>
                <a:latin typeface="Times New Roman"/>
                <a:cs typeface="Times New Roman"/>
              </a:rPr>
              <a:t>the</a:t>
            </a:r>
            <a:r>
              <a:rPr sz="4100" spc="-25" dirty="0">
                <a:solidFill>
                  <a:srgbClr val="404040"/>
                </a:solidFill>
                <a:latin typeface="Times New Roman"/>
                <a:cs typeface="Times New Roman"/>
              </a:rPr>
              <a:t> </a:t>
            </a:r>
            <a:r>
              <a:rPr sz="4100" spc="-40" dirty="0">
                <a:solidFill>
                  <a:srgbClr val="404040"/>
                </a:solidFill>
                <a:latin typeface="Times New Roman"/>
                <a:cs typeface="Times New Roman"/>
              </a:rPr>
              <a:t>controller.</a:t>
            </a:r>
            <a:endParaRPr sz="4100">
              <a:latin typeface="Times New Roman"/>
              <a:cs typeface="Times New Roman"/>
            </a:endParaRPr>
          </a:p>
          <a:p>
            <a:pPr marL="592455" indent="-580390">
              <a:lnSpc>
                <a:spcPts val="4590"/>
              </a:lnSpc>
              <a:buAutoNum type="alphaLcParenR"/>
              <a:tabLst>
                <a:tab pos="593090" algn="l"/>
              </a:tabLst>
            </a:pPr>
            <a:r>
              <a:rPr sz="4200" spc="15" dirty="0">
                <a:solidFill>
                  <a:srgbClr val="404040"/>
                </a:solidFill>
                <a:latin typeface="Times New Roman"/>
                <a:cs typeface="Times New Roman"/>
              </a:rPr>
              <a:t>The</a:t>
            </a:r>
            <a:r>
              <a:rPr sz="4200" spc="-545" dirty="0">
                <a:solidFill>
                  <a:srgbClr val="404040"/>
                </a:solidFill>
                <a:latin typeface="Times New Roman"/>
                <a:cs typeface="Times New Roman"/>
              </a:rPr>
              <a:t> </a:t>
            </a:r>
            <a:r>
              <a:rPr sz="4200" dirty="0">
                <a:solidFill>
                  <a:srgbClr val="404040"/>
                </a:solidFill>
                <a:latin typeface="Times New Roman"/>
                <a:cs typeface="Times New Roman"/>
              </a:rPr>
              <a:t>Arduino</a:t>
            </a:r>
            <a:r>
              <a:rPr sz="4200" spc="60" dirty="0">
                <a:solidFill>
                  <a:srgbClr val="404040"/>
                </a:solidFill>
                <a:latin typeface="Times New Roman"/>
                <a:cs typeface="Times New Roman"/>
              </a:rPr>
              <a:t> </a:t>
            </a:r>
            <a:r>
              <a:rPr sz="4200" spc="10" dirty="0">
                <a:solidFill>
                  <a:srgbClr val="404040"/>
                </a:solidFill>
                <a:latin typeface="Times New Roman"/>
                <a:cs typeface="Times New Roman"/>
              </a:rPr>
              <a:t>Uno</a:t>
            </a:r>
            <a:r>
              <a:rPr sz="4200" dirty="0">
                <a:solidFill>
                  <a:srgbClr val="404040"/>
                </a:solidFill>
                <a:latin typeface="Times New Roman"/>
                <a:cs typeface="Times New Roman"/>
              </a:rPr>
              <a:t> </a:t>
            </a:r>
            <a:r>
              <a:rPr sz="4200" spc="-5" dirty="0">
                <a:solidFill>
                  <a:srgbClr val="404040"/>
                </a:solidFill>
                <a:latin typeface="Times New Roman"/>
                <a:cs typeface="Times New Roman"/>
              </a:rPr>
              <a:t>controller</a:t>
            </a:r>
            <a:r>
              <a:rPr sz="4200" spc="50" dirty="0">
                <a:solidFill>
                  <a:srgbClr val="404040"/>
                </a:solidFill>
                <a:latin typeface="Times New Roman"/>
                <a:cs typeface="Times New Roman"/>
              </a:rPr>
              <a:t> </a:t>
            </a:r>
            <a:r>
              <a:rPr sz="4200" spc="15" dirty="0">
                <a:solidFill>
                  <a:srgbClr val="404040"/>
                </a:solidFill>
                <a:latin typeface="Times New Roman"/>
                <a:cs typeface="Times New Roman"/>
              </a:rPr>
              <a:t>is</a:t>
            </a:r>
            <a:r>
              <a:rPr sz="4200" spc="-75" dirty="0">
                <a:solidFill>
                  <a:srgbClr val="404040"/>
                </a:solidFill>
                <a:latin typeface="Times New Roman"/>
                <a:cs typeface="Times New Roman"/>
              </a:rPr>
              <a:t> </a:t>
            </a:r>
            <a:r>
              <a:rPr sz="4200" spc="-5" dirty="0">
                <a:solidFill>
                  <a:srgbClr val="404040"/>
                </a:solidFill>
                <a:latin typeface="Times New Roman"/>
                <a:cs typeface="Times New Roman"/>
              </a:rPr>
              <a:t>placed</a:t>
            </a:r>
            <a:r>
              <a:rPr sz="4200" spc="45" dirty="0">
                <a:solidFill>
                  <a:srgbClr val="404040"/>
                </a:solidFill>
                <a:latin typeface="Times New Roman"/>
                <a:cs typeface="Times New Roman"/>
              </a:rPr>
              <a:t> </a:t>
            </a:r>
            <a:r>
              <a:rPr sz="4200" spc="15" dirty="0">
                <a:solidFill>
                  <a:srgbClr val="404040"/>
                </a:solidFill>
                <a:latin typeface="Times New Roman"/>
                <a:cs typeface="Times New Roman"/>
              </a:rPr>
              <a:t>in</a:t>
            </a:r>
            <a:r>
              <a:rPr sz="4200" dirty="0">
                <a:solidFill>
                  <a:srgbClr val="404040"/>
                </a:solidFill>
                <a:latin typeface="Times New Roman"/>
                <a:cs typeface="Times New Roman"/>
              </a:rPr>
              <a:t> such</a:t>
            </a:r>
            <a:r>
              <a:rPr sz="4200" spc="-5" dirty="0">
                <a:solidFill>
                  <a:srgbClr val="404040"/>
                </a:solidFill>
                <a:latin typeface="Times New Roman"/>
                <a:cs typeface="Times New Roman"/>
              </a:rPr>
              <a:t> </a:t>
            </a:r>
            <a:r>
              <a:rPr sz="4200" dirty="0">
                <a:solidFill>
                  <a:srgbClr val="404040"/>
                </a:solidFill>
                <a:latin typeface="Times New Roman"/>
                <a:cs typeface="Times New Roman"/>
              </a:rPr>
              <a:t>a</a:t>
            </a:r>
            <a:r>
              <a:rPr sz="4200" spc="15" dirty="0">
                <a:solidFill>
                  <a:srgbClr val="404040"/>
                </a:solidFill>
                <a:latin typeface="Times New Roman"/>
                <a:cs typeface="Times New Roman"/>
              </a:rPr>
              <a:t> </a:t>
            </a:r>
            <a:r>
              <a:rPr sz="4200" spc="10" dirty="0">
                <a:solidFill>
                  <a:srgbClr val="404040"/>
                </a:solidFill>
                <a:latin typeface="Times New Roman"/>
                <a:cs typeface="Times New Roman"/>
              </a:rPr>
              <a:t>way</a:t>
            </a:r>
            <a:r>
              <a:rPr sz="4200" dirty="0">
                <a:solidFill>
                  <a:srgbClr val="404040"/>
                </a:solidFill>
                <a:latin typeface="Times New Roman"/>
                <a:cs typeface="Times New Roman"/>
              </a:rPr>
              <a:t> </a:t>
            </a:r>
            <a:r>
              <a:rPr sz="4200" spc="5" dirty="0">
                <a:solidFill>
                  <a:srgbClr val="404040"/>
                </a:solidFill>
                <a:latin typeface="Times New Roman"/>
                <a:cs typeface="Times New Roman"/>
              </a:rPr>
              <a:t>that</a:t>
            </a:r>
            <a:r>
              <a:rPr sz="4200" spc="15" dirty="0">
                <a:solidFill>
                  <a:srgbClr val="404040"/>
                </a:solidFill>
                <a:latin typeface="Times New Roman"/>
                <a:cs typeface="Times New Roman"/>
              </a:rPr>
              <a:t> </a:t>
            </a:r>
            <a:r>
              <a:rPr sz="4200" spc="-45" dirty="0">
                <a:solidFill>
                  <a:srgbClr val="404040"/>
                </a:solidFill>
                <a:latin typeface="Times New Roman"/>
                <a:cs typeface="Times New Roman"/>
              </a:rPr>
              <a:t>it</a:t>
            </a:r>
            <a:endParaRPr sz="4200">
              <a:latin typeface="Times New Roman"/>
              <a:cs typeface="Times New Roman"/>
            </a:endParaRPr>
          </a:p>
          <a:p>
            <a:pPr marL="12700">
              <a:lnSpc>
                <a:spcPct val="100000"/>
              </a:lnSpc>
              <a:spcBef>
                <a:spcPts val="65"/>
              </a:spcBef>
            </a:pPr>
            <a:r>
              <a:rPr sz="4200" spc="5" dirty="0">
                <a:solidFill>
                  <a:srgbClr val="404040"/>
                </a:solidFill>
                <a:latin typeface="Times New Roman"/>
                <a:cs typeface="Times New Roman"/>
              </a:rPr>
              <a:t>accommodates</a:t>
            </a:r>
            <a:r>
              <a:rPr sz="4200" spc="45" dirty="0">
                <a:solidFill>
                  <a:srgbClr val="404040"/>
                </a:solidFill>
                <a:latin typeface="Times New Roman"/>
                <a:cs typeface="Times New Roman"/>
              </a:rPr>
              <a:t> </a:t>
            </a:r>
            <a:r>
              <a:rPr sz="4200" dirty="0">
                <a:solidFill>
                  <a:srgbClr val="404040"/>
                </a:solidFill>
                <a:latin typeface="Times New Roman"/>
                <a:cs typeface="Times New Roman"/>
              </a:rPr>
              <a:t>space </a:t>
            </a:r>
            <a:r>
              <a:rPr sz="4200" spc="5" dirty="0">
                <a:solidFill>
                  <a:srgbClr val="404040"/>
                </a:solidFill>
                <a:latin typeface="Times New Roman"/>
                <a:cs typeface="Times New Roman"/>
              </a:rPr>
              <a:t>for</a:t>
            </a:r>
            <a:r>
              <a:rPr sz="4200" spc="-40" dirty="0">
                <a:solidFill>
                  <a:srgbClr val="404040"/>
                </a:solidFill>
                <a:latin typeface="Times New Roman"/>
                <a:cs typeface="Times New Roman"/>
              </a:rPr>
              <a:t> </a:t>
            </a:r>
            <a:r>
              <a:rPr sz="4200" spc="10" dirty="0">
                <a:solidFill>
                  <a:srgbClr val="404040"/>
                </a:solidFill>
                <a:latin typeface="Times New Roman"/>
                <a:cs typeface="Times New Roman"/>
              </a:rPr>
              <a:t>the</a:t>
            </a:r>
            <a:r>
              <a:rPr sz="4200" spc="-10" dirty="0">
                <a:solidFill>
                  <a:srgbClr val="404040"/>
                </a:solidFill>
                <a:latin typeface="Times New Roman"/>
                <a:cs typeface="Times New Roman"/>
              </a:rPr>
              <a:t> </a:t>
            </a:r>
            <a:r>
              <a:rPr sz="4200" spc="5" dirty="0">
                <a:solidFill>
                  <a:srgbClr val="404040"/>
                </a:solidFill>
                <a:latin typeface="Times New Roman"/>
                <a:cs typeface="Times New Roman"/>
              </a:rPr>
              <a:t>input </a:t>
            </a:r>
            <a:r>
              <a:rPr sz="4200" dirty="0">
                <a:solidFill>
                  <a:srgbClr val="404040"/>
                </a:solidFill>
                <a:latin typeface="Times New Roman"/>
                <a:cs typeface="Times New Roman"/>
              </a:rPr>
              <a:t>and </a:t>
            </a:r>
            <a:r>
              <a:rPr sz="4200" spc="15" dirty="0">
                <a:solidFill>
                  <a:srgbClr val="404040"/>
                </a:solidFill>
                <a:latin typeface="Times New Roman"/>
                <a:cs typeface="Times New Roman"/>
              </a:rPr>
              <a:t>output</a:t>
            </a:r>
            <a:r>
              <a:rPr sz="4200" spc="-60" dirty="0">
                <a:solidFill>
                  <a:srgbClr val="404040"/>
                </a:solidFill>
                <a:latin typeface="Times New Roman"/>
                <a:cs typeface="Times New Roman"/>
              </a:rPr>
              <a:t> </a:t>
            </a:r>
            <a:r>
              <a:rPr sz="4200" spc="5" dirty="0">
                <a:solidFill>
                  <a:srgbClr val="404040"/>
                </a:solidFill>
                <a:latin typeface="Times New Roman"/>
                <a:cs typeface="Times New Roman"/>
              </a:rPr>
              <a:t>components</a:t>
            </a:r>
            <a:endParaRPr sz="4200">
              <a:latin typeface="Times New Roman"/>
              <a:cs typeface="Times New Roman"/>
            </a:endParaRPr>
          </a:p>
          <a:p>
            <a:pPr marL="608330" indent="-596265">
              <a:lnSpc>
                <a:spcPct val="100000"/>
              </a:lnSpc>
              <a:spcBef>
                <a:spcPts val="315"/>
              </a:spcBef>
              <a:buAutoNum type="alphaLcParenR" startAt="2"/>
              <a:tabLst>
                <a:tab pos="608965" algn="l"/>
              </a:tabLst>
            </a:pPr>
            <a:r>
              <a:rPr sz="4100" spc="5" dirty="0">
                <a:solidFill>
                  <a:srgbClr val="404040"/>
                </a:solidFill>
                <a:latin typeface="Times New Roman"/>
                <a:cs typeface="Times New Roman"/>
              </a:rPr>
              <a:t>The</a:t>
            </a:r>
            <a:r>
              <a:rPr sz="4100" spc="-15" dirty="0">
                <a:solidFill>
                  <a:srgbClr val="404040"/>
                </a:solidFill>
                <a:latin typeface="Times New Roman"/>
                <a:cs typeface="Times New Roman"/>
              </a:rPr>
              <a:t> </a:t>
            </a:r>
            <a:r>
              <a:rPr sz="4100" spc="25" dirty="0">
                <a:solidFill>
                  <a:srgbClr val="404040"/>
                </a:solidFill>
                <a:latin typeface="Times New Roman"/>
                <a:cs typeface="Times New Roman"/>
              </a:rPr>
              <a:t>DC</a:t>
            </a:r>
            <a:r>
              <a:rPr sz="4100" spc="-35" dirty="0">
                <a:solidFill>
                  <a:srgbClr val="404040"/>
                </a:solidFill>
                <a:latin typeface="Times New Roman"/>
                <a:cs typeface="Times New Roman"/>
              </a:rPr>
              <a:t> </a:t>
            </a:r>
            <a:r>
              <a:rPr sz="4100" spc="5" dirty="0">
                <a:solidFill>
                  <a:srgbClr val="404040"/>
                </a:solidFill>
                <a:latin typeface="Times New Roman"/>
                <a:cs typeface="Times New Roman"/>
              </a:rPr>
              <a:t>motor</a:t>
            </a:r>
            <a:r>
              <a:rPr sz="4100" spc="-25" dirty="0">
                <a:solidFill>
                  <a:srgbClr val="404040"/>
                </a:solidFill>
                <a:latin typeface="Times New Roman"/>
                <a:cs typeface="Times New Roman"/>
              </a:rPr>
              <a:t> </a:t>
            </a:r>
            <a:r>
              <a:rPr sz="4100" spc="-5" dirty="0">
                <a:solidFill>
                  <a:srgbClr val="404040"/>
                </a:solidFill>
                <a:latin typeface="Times New Roman"/>
                <a:cs typeface="Times New Roman"/>
              </a:rPr>
              <a:t>is</a:t>
            </a:r>
            <a:r>
              <a:rPr sz="4100" spc="-10" dirty="0">
                <a:solidFill>
                  <a:srgbClr val="404040"/>
                </a:solidFill>
                <a:latin typeface="Times New Roman"/>
                <a:cs typeface="Times New Roman"/>
              </a:rPr>
              <a:t> </a:t>
            </a:r>
            <a:r>
              <a:rPr sz="4100" spc="10" dirty="0">
                <a:solidFill>
                  <a:srgbClr val="404040"/>
                </a:solidFill>
                <a:latin typeface="Times New Roman"/>
                <a:cs typeface="Times New Roman"/>
              </a:rPr>
              <a:t>connected</a:t>
            </a:r>
            <a:r>
              <a:rPr sz="4100" spc="-45" dirty="0">
                <a:solidFill>
                  <a:srgbClr val="404040"/>
                </a:solidFill>
                <a:latin typeface="Times New Roman"/>
                <a:cs typeface="Times New Roman"/>
              </a:rPr>
              <a:t> </a:t>
            </a:r>
            <a:r>
              <a:rPr sz="4100" spc="-10" dirty="0">
                <a:solidFill>
                  <a:srgbClr val="404040"/>
                </a:solidFill>
                <a:latin typeface="Times New Roman"/>
                <a:cs typeface="Times New Roman"/>
              </a:rPr>
              <a:t>as</a:t>
            </a:r>
            <a:r>
              <a:rPr sz="4100" spc="-5" dirty="0">
                <a:solidFill>
                  <a:srgbClr val="404040"/>
                </a:solidFill>
                <a:latin typeface="Times New Roman"/>
                <a:cs typeface="Times New Roman"/>
              </a:rPr>
              <a:t> </a:t>
            </a:r>
            <a:r>
              <a:rPr sz="4100" spc="10" dirty="0">
                <a:solidFill>
                  <a:srgbClr val="404040"/>
                </a:solidFill>
                <a:latin typeface="Times New Roman"/>
                <a:cs typeface="Times New Roman"/>
              </a:rPr>
              <a:t>a</a:t>
            </a:r>
            <a:r>
              <a:rPr sz="4100" spc="-10" dirty="0">
                <a:solidFill>
                  <a:srgbClr val="404040"/>
                </a:solidFill>
                <a:latin typeface="Times New Roman"/>
                <a:cs typeface="Times New Roman"/>
              </a:rPr>
              <a:t> </a:t>
            </a:r>
            <a:r>
              <a:rPr sz="4100" spc="5" dirty="0">
                <a:solidFill>
                  <a:srgbClr val="404040"/>
                </a:solidFill>
                <a:latin typeface="Times New Roman"/>
                <a:cs typeface="Times New Roman"/>
              </a:rPr>
              <a:t>prototype</a:t>
            </a:r>
            <a:r>
              <a:rPr sz="4100" spc="15" dirty="0">
                <a:solidFill>
                  <a:srgbClr val="404040"/>
                </a:solidFill>
                <a:latin typeface="Times New Roman"/>
                <a:cs typeface="Times New Roman"/>
              </a:rPr>
              <a:t> </a:t>
            </a:r>
            <a:r>
              <a:rPr sz="4100" spc="-10" dirty="0">
                <a:solidFill>
                  <a:srgbClr val="404040"/>
                </a:solidFill>
                <a:latin typeface="Times New Roman"/>
                <a:cs typeface="Times New Roman"/>
              </a:rPr>
              <a:t>of </a:t>
            </a:r>
            <a:r>
              <a:rPr sz="4100" spc="10" dirty="0">
                <a:solidFill>
                  <a:srgbClr val="404040"/>
                </a:solidFill>
                <a:latin typeface="Times New Roman"/>
                <a:cs typeface="Times New Roman"/>
              </a:rPr>
              <a:t>the</a:t>
            </a:r>
            <a:r>
              <a:rPr sz="4100" spc="-20" dirty="0">
                <a:solidFill>
                  <a:srgbClr val="404040"/>
                </a:solidFill>
                <a:latin typeface="Times New Roman"/>
                <a:cs typeface="Times New Roman"/>
              </a:rPr>
              <a:t> </a:t>
            </a:r>
            <a:r>
              <a:rPr sz="4100" spc="10" dirty="0">
                <a:solidFill>
                  <a:srgbClr val="404040"/>
                </a:solidFill>
                <a:latin typeface="Times New Roman"/>
                <a:cs typeface="Times New Roman"/>
              </a:rPr>
              <a:t>car</a:t>
            </a:r>
            <a:r>
              <a:rPr sz="4100" dirty="0">
                <a:solidFill>
                  <a:srgbClr val="404040"/>
                </a:solidFill>
                <a:latin typeface="Times New Roman"/>
                <a:cs typeface="Times New Roman"/>
              </a:rPr>
              <a:t> </a:t>
            </a:r>
            <a:r>
              <a:rPr sz="4100" spc="5" dirty="0">
                <a:solidFill>
                  <a:srgbClr val="404040"/>
                </a:solidFill>
                <a:latin typeface="Times New Roman"/>
                <a:cs typeface="Times New Roman"/>
              </a:rPr>
              <a:t>engine</a:t>
            </a:r>
            <a:endParaRPr sz="4100">
              <a:latin typeface="Times New Roman"/>
              <a:cs typeface="Times New Roman"/>
            </a:endParaRPr>
          </a:p>
        </p:txBody>
      </p:sp>
      <p:sp>
        <p:nvSpPr>
          <p:cNvPr id="3" name="object 3"/>
          <p:cNvSpPr txBox="1">
            <a:spLocks noGrp="1"/>
          </p:cNvSpPr>
          <p:nvPr>
            <p:ph type="title"/>
          </p:nvPr>
        </p:nvSpPr>
        <p:spPr>
          <a:xfrm>
            <a:off x="1183322" y="1581784"/>
            <a:ext cx="9944735" cy="1135380"/>
          </a:xfrm>
          <a:prstGeom prst="rect">
            <a:avLst/>
          </a:prstGeom>
        </p:spPr>
        <p:txBody>
          <a:bodyPr vert="horz" wrap="square" lIns="0" tIns="16510" rIns="0" bIns="0" rtlCol="0">
            <a:spAutoFit/>
          </a:bodyPr>
          <a:lstStyle/>
          <a:p>
            <a:pPr marL="12700">
              <a:lnSpc>
                <a:spcPct val="100000"/>
              </a:lnSpc>
              <a:spcBef>
                <a:spcPts val="130"/>
              </a:spcBef>
            </a:pPr>
            <a:r>
              <a:rPr sz="7250" spc="10" dirty="0">
                <a:solidFill>
                  <a:srgbClr val="000000"/>
                </a:solidFill>
              </a:rPr>
              <a:t>Alcohol</a:t>
            </a:r>
            <a:r>
              <a:rPr sz="7250" spc="-5" dirty="0">
                <a:solidFill>
                  <a:srgbClr val="000000"/>
                </a:solidFill>
              </a:rPr>
              <a:t> </a:t>
            </a:r>
            <a:r>
              <a:rPr sz="7250" spc="5" dirty="0">
                <a:solidFill>
                  <a:srgbClr val="000000"/>
                </a:solidFill>
              </a:rPr>
              <a:t>Detection</a:t>
            </a:r>
            <a:r>
              <a:rPr sz="7250" spc="35" dirty="0">
                <a:solidFill>
                  <a:srgbClr val="000000"/>
                </a:solidFill>
              </a:rPr>
              <a:t> </a:t>
            </a:r>
            <a:r>
              <a:rPr sz="7250" spc="20" dirty="0">
                <a:solidFill>
                  <a:srgbClr val="000000"/>
                </a:solidFill>
              </a:rPr>
              <a:t>system</a:t>
            </a:r>
            <a:endParaRPr sz="72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4724" y="1518221"/>
            <a:ext cx="4999990" cy="1272540"/>
          </a:xfrm>
          <a:prstGeom prst="rect">
            <a:avLst/>
          </a:prstGeom>
        </p:spPr>
        <p:txBody>
          <a:bodyPr vert="horz" wrap="square" lIns="0" tIns="16510" rIns="0" bIns="0" rtlCol="0">
            <a:spAutoFit/>
          </a:bodyPr>
          <a:lstStyle/>
          <a:p>
            <a:pPr marL="12700">
              <a:lnSpc>
                <a:spcPct val="100000"/>
              </a:lnSpc>
              <a:spcBef>
                <a:spcPts val="130"/>
              </a:spcBef>
            </a:pPr>
            <a:r>
              <a:rPr sz="8150" spc="15" dirty="0">
                <a:solidFill>
                  <a:srgbClr val="000000"/>
                </a:solidFill>
              </a:rPr>
              <a:t>Conclusion</a:t>
            </a:r>
            <a:endParaRPr sz="8150"/>
          </a:p>
        </p:txBody>
      </p:sp>
      <p:sp>
        <p:nvSpPr>
          <p:cNvPr id="3" name="object 3"/>
          <p:cNvSpPr txBox="1"/>
          <p:nvPr/>
        </p:nvSpPr>
        <p:spPr>
          <a:xfrm>
            <a:off x="1512824" y="2919031"/>
            <a:ext cx="13783944" cy="5755640"/>
          </a:xfrm>
          <a:prstGeom prst="rect">
            <a:avLst/>
          </a:prstGeom>
        </p:spPr>
        <p:txBody>
          <a:bodyPr vert="horz" wrap="square" lIns="0" tIns="5080" rIns="0" bIns="0" rtlCol="0">
            <a:spAutoFit/>
          </a:bodyPr>
          <a:lstStyle/>
          <a:p>
            <a:pPr marL="12700" marR="5080" algn="just">
              <a:lnSpc>
                <a:spcPct val="102099"/>
              </a:lnSpc>
              <a:spcBef>
                <a:spcPts val="40"/>
              </a:spcBef>
            </a:pPr>
            <a:r>
              <a:rPr sz="3350" spc="10" dirty="0">
                <a:latin typeface="Times New Roman"/>
                <a:cs typeface="Times New Roman"/>
              </a:rPr>
              <a:t>The </a:t>
            </a:r>
            <a:r>
              <a:rPr sz="3350" spc="5" dirty="0">
                <a:latin typeface="Times New Roman"/>
                <a:cs typeface="Times New Roman"/>
              </a:rPr>
              <a:t>utilization </a:t>
            </a:r>
            <a:r>
              <a:rPr sz="3350" spc="25" dirty="0">
                <a:latin typeface="Times New Roman"/>
                <a:cs typeface="Times New Roman"/>
              </a:rPr>
              <a:t>of </a:t>
            </a:r>
            <a:r>
              <a:rPr sz="3350" dirty="0">
                <a:latin typeface="Times New Roman"/>
                <a:cs typeface="Times New Roman"/>
              </a:rPr>
              <a:t>liquor </a:t>
            </a:r>
            <a:r>
              <a:rPr sz="3350" spc="20" dirty="0">
                <a:latin typeface="Times New Roman"/>
                <a:cs typeface="Times New Roman"/>
              </a:rPr>
              <a:t>even </a:t>
            </a:r>
            <a:r>
              <a:rPr sz="3350" spc="25" dirty="0">
                <a:latin typeface="Times New Roman"/>
                <a:cs typeface="Times New Roman"/>
              </a:rPr>
              <a:t>in </a:t>
            </a:r>
            <a:r>
              <a:rPr sz="3350" spc="-5" dirty="0">
                <a:latin typeface="Times New Roman"/>
                <a:cs typeface="Times New Roman"/>
              </a:rPr>
              <a:t>little </a:t>
            </a:r>
            <a:r>
              <a:rPr sz="3350" spc="5" dirty="0">
                <a:latin typeface="Times New Roman"/>
                <a:cs typeface="Times New Roman"/>
              </a:rPr>
              <a:t>amounts </a:t>
            </a:r>
            <a:r>
              <a:rPr sz="3350" spc="15" dirty="0">
                <a:latin typeface="Times New Roman"/>
                <a:cs typeface="Times New Roman"/>
              </a:rPr>
              <a:t>raises </a:t>
            </a:r>
            <a:r>
              <a:rPr sz="3350" spc="5" dirty="0">
                <a:latin typeface="Times New Roman"/>
                <a:cs typeface="Times New Roman"/>
              </a:rPr>
              <a:t>the </a:t>
            </a:r>
            <a:r>
              <a:rPr sz="3350" spc="25" dirty="0">
                <a:latin typeface="Times New Roman"/>
                <a:cs typeface="Times New Roman"/>
              </a:rPr>
              <a:t>risk of </a:t>
            </a:r>
            <a:r>
              <a:rPr sz="3350" spc="15" dirty="0">
                <a:latin typeface="Times New Roman"/>
                <a:cs typeface="Times New Roman"/>
              </a:rPr>
              <a:t>being </a:t>
            </a:r>
            <a:r>
              <a:rPr sz="3350" spc="25" dirty="0">
                <a:latin typeface="Times New Roman"/>
                <a:cs typeface="Times New Roman"/>
              </a:rPr>
              <a:t>engaged </a:t>
            </a:r>
            <a:r>
              <a:rPr sz="3350" spc="30" dirty="0">
                <a:latin typeface="Times New Roman"/>
                <a:cs typeface="Times New Roman"/>
              </a:rPr>
              <a:t> </a:t>
            </a:r>
            <a:r>
              <a:rPr sz="3350" spc="25" dirty="0">
                <a:latin typeface="Times New Roman"/>
                <a:cs typeface="Times New Roman"/>
              </a:rPr>
              <a:t>in </a:t>
            </a:r>
            <a:r>
              <a:rPr sz="3350" spc="10" dirty="0">
                <a:latin typeface="Times New Roman"/>
                <a:cs typeface="Times New Roman"/>
              </a:rPr>
              <a:t>an accident </a:t>
            </a:r>
            <a:r>
              <a:rPr sz="3350" spc="20" dirty="0">
                <a:latin typeface="Times New Roman"/>
                <a:cs typeface="Times New Roman"/>
              </a:rPr>
              <a:t>for </a:t>
            </a:r>
            <a:r>
              <a:rPr sz="3350" spc="10" dirty="0">
                <a:latin typeface="Times New Roman"/>
                <a:cs typeface="Times New Roman"/>
              </a:rPr>
              <a:t>drivers </a:t>
            </a:r>
            <a:r>
              <a:rPr sz="3350" spc="20" dirty="0">
                <a:latin typeface="Times New Roman"/>
                <a:cs typeface="Times New Roman"/>
              </a:rPr>
              <a:t>and </a:t>
            </a:r>
            <a:r>
              <a:rPr sz="3350" spc="15" dirty="0">
                <a:latin typeface="Times New Roman"/>
                <a:cs typeface="Times New Roman"/>
              </a:rPr>
              <a:t>people. </a:t>
            </a:r>
            <a:r>
              <a:rPr sz="3350" spc="10" dirty="0">
                <a:latin typeface="Times New Roman"/>
                <a:cs typeface="Times New Roman"/>
              </a:rPr>
              <a:t>In </a:t>
            </a:r>
            <a:r>
              <a:rPr sz="3350" spc="5" dirty="0">
                <a:latin typeface="Times New Roman"/>
                <a:cs typeface="Times New Roman"/>
              </a:rPr>
              <a:t>addition </a:t>
            </a:r>
            <a:r>
              <a:rPr sz="3350" spc="25" dirty="0">
                <a:latin typeface="Times New Roman"/>
                <a:cs typeface="Times New Roman"/>
              </a:rPr>
              <a:t>to </a:t>
            </a:r>
            <a:r>
              <a:rPr sz="3350" spc="5" dirty="0">
                <a:latin typeface="Times New Roman"/>
                <a:cs typeface="Times New Roman"/>
              </a:rPr>
              <a:t>the </a:t>
            </a:r>
            <a:r>
              <a:rPr sz="3350" dirty="0">
                <a:latin typeface="Times New Roman"/>
                <a:cs typeface="Times New Roman"/>
              </a:rPr>
              <a:t>fact, </a:t>
            </a:r>
            <a:r>
              <a:rPr sz="3350" spc="10" dirty="0">
                <a:latin typeface="Times New Roman"/>
                <a:cs typeface="Times New Roman"/>
              </a:rPr>
              <a:t>alcohol decreases </a:t>
            </a:r>
            <a:r>
              <a:rPr sz="3350" spc="15" dirty="0">
                <a:latin typeface="Times New Roman"/>
                <a:cs typeface="Times New Roman"/>
              </a:rPr>
              <a:t> </a:t>
            </a:r>
            <a:r>
              <a:rPr sz="3350" spc="5" dirty="0">
                <a:latin typeface="Times New Roman"/>
                <a:cs typeface="Times New Roman"/>
              </a:rPr>
              <a:t>the</a:t>
            </a:r>
            <a:r>
              <a:rPr sz="3350" spc="185" dirty="0">
                <a:latin typeface="Times New Roman"/>
                <a:cs typeface="Times New Roman"/>
              </a:rPr>
              <a:t> </a:t>
            </a:r>
            <a:r>
              <a:rPr sz="3350" spc="10" dirty="0">
                <a:latin typeface="Times New Roman"/>
                <a:cs typeface="Times New Roman"/>
              </a:rPr>
              <a:t>ability</a:t>
            </a:r>
            <a:r>
              <a:rPr sz="3350" spc="229" dirty="0">
                <a:latin typeface="Times New Roman"/>
                <a:cs typeface="Times New Roman"/>
              </a:rPr>
              <a:t> </a:t>
            </a:r>
            <a:r>
              <a:rPr sz="3350" spc="25" dirty="0">
                <a:latin typeface="Times New Roman"/>
                <a:cs typeface="Times New Roman"/>
              </a:rPr>
              <a:t>to</a:t>
            </a:r>
            <a:r>
              <a:rPr sz="3350" spc="195" dirty="0">
                <a:latin typeface="Times New Roman"/>
                <a:cs typeface="Times New Roman"/>
              </a:rPr>
              <a:t> </a:t>
            </a:r>
            <a:r>
              <a:rPr sz="3350" spc="5" dirty="0">
                <a:latin typeface="Times New Roman"/>
                <a:cs typeface="Times New Roman"/>
              </a:rPr>
              <a:t>processes</a:t>
            </a:r>
            <a:r>
              <a:rPr sz="3350" spc="235" dirty="0">
                <a:latin typeface="Times New Roman"/>
                <a:cs typeface="Times New Roman"/>
              </a:rPr>
              <a:t> </a:t>
            </a:r>
            <a:r>
              <a:rPr sz="3350" spc="15" dirty="0">
                <a:latin typeface="Times New Roman"/>
                <a:cs typeface="Times New Roman"/>
              </a:rPr>
              <a:t>which</a:t>
            </a:r>
            <a:r>
              <a:rPr sz="3350" spc="180" dirty="0">
                <a:latin typeface="Times New Roman"/>
                <a:cs typeface="Times New Roman"/>
              </a:rPr>
              <a:t> </a:t>
            </a:r>
            <a:r>
              <a:rPr sz="3350" spc="10" dirty="0">
                <a:latin typeface="Times New Roman"/>
                <a:cs typeface="Times New Roman"/>
              </a:rPr>
              <a:t>are</a:t>
            </a:r>
            <a:r>
              <a:rPr sz="3350" spc="200" dirty="0">
                <a:latin typeface="Times New Roman"/>
                <a:cs typeface="Times New Roman"/>
              </a:rPr>
              <a:t> </a:t>
            </a:r>
            <a:r>
              <a:rPr sz="3350" spc="10" dirty="0">
                <a:latin typeface="Times New Roman"/>
                <a:cs typeface="Times New Roman"/>
              </a:rPr>
              <a:t>important</a:t>
            </a:r>
            <a:r>
              <a:rPr sz="3350" spc="229" dirty="0">
                <a:latin typeface="Times New Roman"/>
                <a:cs typeface="Times New Roman"/>
              </a:rPr>
              <a:t> </a:t>
            </a:r>
            <a:r>
              <a:rPr sz="3350" spc="20" dirty="0">
                <a:latin typeface="Times New Roman"/>
                <a:cs typeface="Times New Roman"/>
              </a:rPr>
              <a:t>for</a:t>
            </a:r>
            <a:r>
              <a:rPr sz="3350" spc="195" dirty="0">
                <a:latin typeface="Times New Roman"/>
                <a:cs typeface="Times New Roman"/>
              </a:rPr>
              <a:t> </a:t>
            </a:r>
            <a:r>
              <a:rPr sz="3350" spc="20" dirty="0">
                <a:latin typeface="Times New Roman"/>
                <a:cs typeface="Times New Roman"/>
              </a:rPr>
              <a:t>road</a:t>
            </a:r>
            <a:r>
              <a:rPr sz="3350" spc="175" dirty="0">
                <a:latin typeface="Times New Roman"/>
                <a:cs typeface="Times New Roman"/>
              </a:rPr>
              <a:t> </a:t>
            </a:r>
            <a:r>
              <a:rPr sz="3350" spc="20" dirty="0">
                <a:latin typeface="Times New Roman"/>
                <a:cs typeface="Times New Roman"/>
              </a:rPr>
              <a:t>safety</a:t>
            </a:r>
            <a:r>
              <a:rPr sz="3350" spc="185" dirty="0">
                <a:latin typeface="Times New Roman"/>
                <a:cs typeface="Times New Roman"/>
              </a:rPr>
              <a:t> </a:t>
            </a:r>
            <a:r>
              <a:rPr sz="3350" spc="10" dirty="0">
                <a:latin typeface="Times New Roman"/>
                <a:cs typeface="Times New Roman"/>
              </a:rPr>
              <a:t>operative</a:t>
            </a:r>
            <a:r>
              <a:rPr sz="3350" spc="250" dirty="0">
                <a:latin typeface="Times New Roman"/>
                <a:cs typeface="Times New Roman"/>
              </a:rPr>
              <a:t> </a:t>
            </a:r>
            <a:r>
              <a:rPr sz="3350" spc="5" dirty="0">
                <a:latin typeface="Times New Roman"/>
                <a:cs typeface="Times New Roman"/>
              </a:rPr>
              <a:t>solutions </a:t>
            </a:r>
            <a:r>
              <a:rPr sz="3350" spc="-825" dirty="0">
                <a:latin typeface="Times New Roman"/>
                <a:cs typeface="Times New Roman"/>
              </a:rPr>
              <a:t> </a:t>
            </a:r>
            <a:r>
              <a:rPr sz="3350" spc="25" dirty="0">
                <a:latin typeface="Times New Roman"/>
                <a:cs typeface="Times New Roman"/>
              </a:rPr>
              <a:t>is </a:t>
            </a:r>
            <a:r>
              <a:rPr sz="3350" spc="10" dirty="0">
                <a:latin typeface="Times New Roman"/>
                <a:cs typeface="Times New Roman"/>
              </a:rPr>
              <a:t>provided </a:t>
            </a:r>
            <a:r>
              <a:rPr sz="3350" spc="25" dirty="0">
                <a:latin typeface="Times New Roman"/>
                <a:cs typeface="Times New Roman"/>
              </a:rPr>
              <a:t>to </a:t>
            </a:r>
            <a:r>
              <a:rPr sz="3350" spc="10" dirty="0">
                <a:latin typeface="Times New Roman"/>
                <a:cs typeface="Times New Roman"/>
              </a:rPr>
              <a:t>develop </a:t>
            </a:r>
            <a:r>
              <a:rPr sz="3350" spc="5" dirty="0">
                <a:latin typeface="Times New Roman"/>
                <a:cs typeface="Times New Roman"/>
              </a:rPr>
              <a:t>the </a:t>
            </a:r>
            <a:r>
              <a:rPr sz="3350" dirty="0">
                <a:latin typeface="Times New Roman"/>
                <a:cs typeface="Times New Roman"/>
              </a:rPr>
              <a:t>smart </a:t>
            </a:r>
            <a:r>
              <a:rPr sz="3350" spc="20" dirty="0">
                <a:latin typeface="Times New Roman"/>
                <a:cs typeface="Times New Roman"/>
              </a:rPr>
              <a:t>system for </a:t>
            </a:r>
            <a:r>
              <a:rPr sz="3350" spc="5" dirty="0">
                <a:latin typeface="Times New Roman"/>
                <a:cs typeface="Times New Roman"/>
              </a:rPr>
              <a:t>vehicles </a:t>
            </a:r>
            <a:r>
              <a:rPr sz="3350" spc="25" dirty="0">
                <a:latin typeface="Times New Roman"/>
                <a:cs typeface="Times New Roman"/>
              </a:rPr>
              <a:t>that </a:t>
            </a:r>
            <a:r>
              <a:rPr sz="3350" spc="-5" dirty="0">
                <a:latin typeface="Times New Roman"/>
                <a:cs typeface="Times New Roman"/>
              </a:rPr>
              <a:t>will </a:t>
            </a:r>
            <a:r>
              <a:rPr sz="3350" spc="10" dirty="0">
                <a:latin typeface="Times New Roman"/>
                <a:cs typeface="Times New Roman"/>
              </a:rPr>
              <a:t>perceive </a:t>
            </a:r>
            <a:r>
              <a:rPr sz="3350" spc="5" dirty="0">
                <a:latin typeface="Times New Roman"/>
                <a:cs typeface="Times New Roman"/>
              </a:rPr>
              <a:t>various </a:t>
            </a:r>
            <a:r>
              <a:rPr sz="3350" spc="10" dirty="0">
                <a:latin typeface="Times New Roman"/>
                <a:cs typeface="Times New Roman"/>
              </a:rPr>
              <a:t> </a:t>
            </a:r>
            <a:r>
              <a:rPr sz="3350" spc="15" dirty="0">
                <a:latin typeface="Times New Roman"/>
                <a:cs typeface="Times New Roman"/>
              </a:rPr>
              <a:t>parameters </a:t>
            </a:r>
            <a:r>
              <a:rPr sz="3350" spc="25" dirty="0">
                <a:latin typeface="Times New Roman"/>
                <a:cs typeface="Times New Roman"/>
              </a:rPr>
              <a:t>of </a:t>
            </a:r>
            <a:r>
              <a:rPr sz="3350" spc="5" dirty="0">
                <a:latin typeface="Times New Roman"/>
                <a:cs typeface="Times New Roman"/>
              </a:rPr>
              <a:t>the vehicle </a:t>
            </a:r>
            <a:r>
              <a:rPr sz="3350" spc="25" dirty="0">
                <a:latin typeface="Times New Roman"/>
                <a:cs typeface="Times New Roman"/>
              </a:rPr>
              <a:t>in between </a:t>
            </a:r>
            <a:r>
              <a:rPr sz="3350" spc="10" dirty="0">
                <a:latin typeface="Times New Roman"/>
                <a:cs typeface="Times New Roman"/>
              </a:rPr>
              <a:t>constant </a:t>
            </a:r>
            <a:r>
              <a:rPr sz="3350" spc="5" dirty="0">
                <a:latin typeface="Times New Roman"/>
                <a:cs typeface="Times New Roman"/>
              </a:rPr>
              <a:t>time </a:t>
            </a:r>
            <a:r>
              <a:rPr sz="3350" spc="15" dirty="0">
                <a:latin typeface="Times New Roman"/>
                <a:cs typeface="Times New Roman"/>
              </a:rPr>
              <a:t>period </a:t>
            </a:r>
            <a:r>
              <a:rPr sz="3350" spc="20" dirty="0">
                <a:latin typeface="Times New Roman"/>
                <a:cs typeface="Times New Roman"/>
              </a:rPr>
              <a:t>and </a:t>
            </a:r>
            <a:r>
              <a:rPr sz="3350" spc="10" dirty="0">
                <a:latin typeface="Times New Roman"/>
                <a:cs typeface="Times New Roman"/>
              </a:rPr>
              <a:t>this </a:t>
            </a:r>
            <a:r>
              <a:rPr sz="3350" spc="25" dirty="0">
                <a:latin typeface="Times New Roman"/>
                <a:cs typeface="Times New Roman"/>
              </a:rPr>
              <a:t>is </a:t>
            </a:r>
            <a:r>
              <a:rPr sz="3350" spc="15" dirty="0">
                <a:latin typeface="Times New Roman"/>
                <a:cs typeface="Times New Roman"/>
              </a:rPr>
              <a:t>done </a:t>
            </a:r>
            <a:r>
              <a:rPr sz="3350" spc="45" dirty="0">
                <a:latin typeface="Times New Roman"/>
                <a:cs typeface="Times New Roman"/>
              </a:rPr>
              <a:t>by </a:t>
            </a:r>
            <a:r>
              <a:rPr sz="3350" spc="50" dirty="0">
                <a:latin typeface="Times New Roman"/>
                <a:cs typeface="Times New Roman"/>
              </a:rPr>
              <a:t> </a:t>
            </a:r>
            <a:r>
              <a:rPr sz="3350" spc="5" dirty="0">
                <a:latin typeface="Times New Roman"/>
                <a:cs typeface="Times New Roman"/>
              </a:rPr>
              <a:t>using </a:t>
            </a:r>
            <a:r>
              <a:rPr sz="3350" spc="15" dirty="0">
                <a:latin typeface="Times New Roman"/>
                <a:cs typeface="Times New Roman"/>
              </a:rPr>
              <a:t>platforms </a:t>
            </a:r>
            <a:r>
              <a:rPr sz="3350" spc="-5" dirty="0">
                <a:latin typeface="Times New Roman"/>
                <a:cs typeface="Times New Roman"/>
              </a:rPr>
              <a:t>like </a:t>
            </a:r>
            <a:r>
              <a:rPr sz="3350" spc="10" dirty="0">
                <a:latin typeface="Times New Roman"/>
                <a:cs typeface="Times New Roman"/>
              </a:rPr>
              <a:t>Arduino </a:t>
            </a:r>
            <a:r>
              <a:rPr sz="3350" spc="15" dirty="0">
                <a:latin typeface="Times New Roman"/>
                <a:cs typeface="Times New Roman"/>
              </a:rPr>
              <a:t>Uno, </a:t>
            </a:r>
            <a:r>
              <a:rPr sz="3350" spc="5" dirty="0">
                <a:latin typeface="Times New Roman"/>
                <a:cs typeface="Times New Roman"/>
              </a:rPr>
              <a:t>alcohol </a:t>
            </a:r>
            <a:r>
              <a:rPr sz="3350" spc="-25" dirty="0">
                <a:latin typeface="Times New Roman"/>
                <a:cs typeface="Times New Roman"/>
              </a:rPr>
              <a:t>sensor, </a:t>
            </a:r>
            <a:r>
              <a:rPr sz="3350" spc="30" dirty="0">
                <a:latin typeface="Times New Roman"/>
                <a:cs typeface="Times New Roman"/>
              </a:rPr>
              <a:t>dc </a:t>
            </a:r>
            <a:r>
              <a:rPr sz="3350" spc="-25" dirty="0">
                <a:latin typeface="Times New Roman"/>
                <a:cs typeface="Times New Roman"/>
              </a:rPr>
              <a:t>motor, </a:t>
            </a:r>
            <a:r>
              <a:rPr sz="3350" spc="20" dirty="0">
                <a:latin typeface="Times New Roman"/>
                <a:cs typeface="Times New Roman"/>
              </a:rPr>
              <a:t>and </a:t>
            </a:r>
            <a:r>
              <a:rPr sz="3350" spc="25" dirty="0">
                <a:latin typeface="Times New Roman"/>
                <a:cs typeface="Times New Roman"/>
              </a:rPr>
              <a:t>LCD </a:t>
            </a:r>
            <a:r>
              <a:rPr sz="3350" spc="-40" dirty="0">
                <a:latin typeface="Times New Roman"/>
                <a:cs typeface="Times New Roman"/>
              </a:rPr>
              <a:t>display. </a:t>
            </a:r>
            <a:r>
              <a:rPr sz="3350" spc="-35" dirty="0">
                <a:latin typeface="Times New Roman"/>
                <a:cs typeface="Times New Roman"/>
              </a:rPr>
              <a:t> </a:t>
            </a:r>
            <a:r>
              <a:rPr sz="3350" spc="10" dirty="0">
                <a:latin typeface="Times New Roman"/>
                <a:cs typeface="Times New Roman"/>
              </a:rPr>
              <a:t>The</a:t>
            </a:r>
            <a:r>
              <a:rPr sz="3350" spc="15" dirty="0">
                <a:latin typeface="Times New Roman"/>
                <a:cs typeface="Times New Roman"/>
              </a:rPr>
              <a:t> </a:t>
            </a:r>
            <a:r>
              <a:rPr sz="3350" spc="10" dirty="0">
                <a:latin typeface="Times New Roman"/>
                <a:cs typeface="Times New Roman"/>
              </a:rPr>
              <a:t>whole</a:t>
            </a:r>
            <a:r>
              <a:rPr sz="3350" spc="15" dirty="0">
                <a:latin typeface="Times New Roman"/>
                <a:cs typeface="Times New Roman"/>
              </a:rPr>
              <a:t> </a:t>
            </a:r>
            <a:r>
              <a:rPr sz="3350" spc="20" dirty="0">
                <a:latin typeface="Times New Roman"/>
                <a:cs typeface="Times New Roman"/>
              </a:rPr>
              <a:t>system has </a:t>
            </a:r>
            <a:r>
              <a:rPr sz="3350" spc="5" dirty="0">
                <a:latin typeface="Times New Roman"/>
                <a:cs typeface="Times New Roman"/>
              </a:rPr>
              <a:t>the</a:t>
            </a:r>
            <a:r>
              <a:rPr sz="3350" spc="10" dirty="0">
                <a:latin typeface="Times New Roman"/>
                <a:cs typeface="Times New Roman"/>
              </a:rPr>
              <a:t> advantage</a:t>
            </a:r>
            <a:r>
              <a:rPr sz="3350" spc="15" dirty="0">
                <a:latin typeface="Times New Roman"/>
                <a:cs typeface="Times New Roman"/>
              </a:rPr>
              <a:t> </a:t>
            </a:r>
            <a:r>
              <a:rPr sz="3350" spc="30" dirty="0">
                <a:latin typeface="Times New Roman"/>
                <a:cs typeface="Times New Roman"/>
              </a:rPr>
              <a:t>of </a:t>
            </a:r>
            <a:r>
              <a:rPr sz="3350" spc="5" dirty="0">
                <a:latin typeface="Times New Roman"/>
                <a:cs typeface="Times New Roman"/>
              </a:rPr>
              <a:t>small</a:t>
            </a:r>
            <a:r>
              <a:rPr sz="3350" spc="10" dirty="0">
                <a:latin typeface="Times New Roman"/>
                <a:cs typeface="Times New Roman"/>
              </a:rPr>
              <a:t> volume  </a:t>
            </a:r>
            <a:r>
              <a:rPr sz="3350" spc="20" dirty="0">
                <a:latin typeface="Times New Roman"/>
                <a:cs typeface="Times New Roman"/>
              </a:rPr>
              <a:t>and </a:t>
            </a:r>
            <a:r>
              <a:rPr sz="3350" spc="15" dirty="0">
                <a:latin typeface="Times New Roman"/>
                <a:cs typeface="Times New Roman"/>
              </a:rPr>
              <a:t>high </a:t>
            </a:r>
            <a:r>
              <a:rPr sz="3350" spc="-25" dirty="0">
                <a:latin typeface="Times New Roman"/>
                <a:cs typeface="Times New Roman"/>
              </a:rPr>
              <a:t>reliability. </a:t>
            </a:r>
            <a:r>
              <a:rPr sz="3350" spc="-20" dirty="0">
                <a:latin typeface="Times New Roman"/>
                <a:cs typeface="Times New Roman"/>
              </a:rPr>
              <a:t> </a:t>
            </a:r>
            <a:r>
              <a:rPr sz="3350" spc="15" dirty="0">
                <a:latin typeface="Times New Roman"/>
                <a:cs typeface="Times New Roman"/>
              </a:rPr>
              <a:t>Future scope </a:t>
            </a:r>
            <a:r>
              <a:rPr sz="3350" spc="25" dirty="0">
                <a:latin typeface="Times New Roman"/>
                <a:cs typeface="Times New Roman"/>
              </a:rPr>
              <a:t>of </a:t>
            </a:r>
            <a:r>
              <a:rPr sz="3350" spc="-10" dirty="0">
                <a:latin typeface="Times New Roman"/>
                <a:cs typeface="Times New Roman"/>
              </a:rPr>
              <a:t>this</a:t>
            </a:r>
            <a:r>
              <a:rPr sz="3350" spc="-5" dirty="0">
                <a:latin typeface="Times New Roman"/>
                <a:cs typeface="Times New Roman"/>
              </a:rPr>
              <a:t> </a:t>
            </a:r>
            <a:r>
              <a:rPr sz="3350" spc="20" dirty="0">
                <a:latin typeface="Times New Roman"/>
                <a:cs typeface="Times New Roman"/>
              </a:rPr>
              <a:t>system </a:t>
            </a:r>
            <a:r>
              <a:rPr sz="3350" spc="25" dirty="0">
                <a:latin typeface="Times New Roman"/>
                <a:cs typeface="Times New Roman"/>
              </a:rPr>
              <a:t>is to </a:t>
            </a:r>
            <a:r>
              <a:rPr sz="3350" spc="5" dirty="0">
                <a:latin typeface="Times New Roman"/>
                <a:cs typeface="Times New Roman"/>
              </a:rPr>
              <a:t>control</a:t>
            </a:r>
            <a:r>
              <a:rPr sz="3350" spc="10" dirty="0">
                <a:latin typeface="Times New Roman"/>
                <a:cs typeface="Times New Roman"/>
              </a:rPr>
              <a:t> </a:t>
            </a:r>
            <a:r>
              <a:rPr sz="3350" spc="5" dirty="0">
                <a:latin typeface="Times New Roman"/>
                <a:cs typeface="Times New Roman"/>
              </a:rPr>
              <a:t>accidents</a:t>
            </a:r>
            <a:r>
              <a:rPr sz="3350" spc="10" dirty="0">
                <a:latin typeface="Times New Roman"/>
                <a:cs typeface="Times New Roman"/>
              </a:rPr>
              <a:t> </a:t>
            </a:r>
            <a:r>
              <a:rPr sz="3350" spc="20" dirty="0">
                <a:latin typeface="Times New Roman"/>
                <a:cs typeface="Times New Roman"/>
              </a:rPr>
              <a:t>and reduce </a:t>
            </a:r>
            <a:r>
              <a:rPr sz="3350" spc="5" dirty="0">
                <a:latin typeface="Times New Roman"/>
                <a:cs typeface="Times New Roman"/>
              </a:rPr>
              <a:t>the</a:t>
            </a:r>
            <a:r>
              <a:rPr sz="3350" spc="10" dirty="0">
                <a:latin typeface="Times New Roman"/>
                <a:cs typeface="Times New Roman"/>
              </a:rPr>
              <a:t> </a:t>
            </a:r>
            <a:r>
              <a:rPr sz="3350" spc="15" dirty="0">
                <a:latin typeface="Times New Roman"/>
                <a:cs typeface="Times New Roman"/>
              </a:rPr>
              <a:t>rate </a:t>
            </a:r>
            <a:r>
              <a:rPr sz="3350" spc="45" dirty="0">
                <a:latin typeface="Times New Roman"/>
                <a:cs typeface="Times New Roman"/>
              </a:rPr>
              <a:t>of </a:t>
            </a:r>
            <a:r>
              <a:rPr sz="3350" spc="50" dirty="0">
                <a:latin typeface="Times New Roman"/>
                <a:cs typeface="Times New Roman"/>
              </a:rPr>
              <a:t> </a:t>
            </a:r>
            <a:r>
              <a:rPr sz="3350" spc="10" dirty="0">
                <a:latin typeface="Times New Roman"/>
                <a:cs typeface="Times New Roman"/>
              </a:rPr>
              <a:t>accidents</a:t>
            </a:r>
            <a:r>
              <a:rPr sz="3350" spc="15" dirty="0">
                <a:latin typeface="Times New Roman"/>
                <a:cs typeface="Times New Roman"/>
              </a:rPr>
              <a:t> </a:t>
            </a:r>
            <a:r>
              <a:rPr sz="3350" spc="-5" dirty="0">
                <a:latin typeface="Times New Roman"/>
                <a:cs typeface="Times New Roman"/>
              </a:rPr>
              <a:t>this</a:t>
            </a:r>
            <a:r>
              <a:rPr sz="3350" dirty="0">
                <a:latin typeface="Times New Roman"/>
                <a:cs typeface="Times New Roman"/>
              </a:rPr>
              <a:t> </a:t>
            </a:r>
            <a:r>
              <a:rPr sz="3350" spc="20" dirty="0">
                <a:latin typeface="Times New Roman"/>
                <a:cs typeface="Times New Roman"/>
              </a:rPr>
              <a:t>system</a:t>
            </a:r>
            <a:r>
              <a:rPr sz="3350" spc="25" dirty="0">
                <a:latin typeface="Times New Roman"/>
                <a:cs typeface="Times New Roman"/>
              </a:rPr>
              <a:t> </a:t>
            </a:r>
            <a:r>
              <a:rPr sz="3350" spc="5" dirty="0">
                <a:latin typeface="Times New Roman"/>
                <a:cs typeface="Times New Roman"/>
              </a:rPr>
              <a:t>brings</a:t>
            </a:r>
            <a:r>
              <a:rPr sz="3350" spc="10" dirty="0">
                <a:latin typeface="Times New Roman"/>
                <a:cs typeface="Times New Roman"/>
              </a:rPr>
              <a:t> </a:t>
            </a:r>
            <a:r>
              <a:rPr sz="3350" spc="15" dirty="0">
                <a:latin typeface="Times New Roman"/>
                <a:cs typeface="Times New Roman"/>
              </a:rPr>
              <a:t>innovation</a:t>
            </a:r>
            <a:r>
              <a:rPr sz="3350" spc="20" dirty="0">
                <a:latin typeface="Times New Roman"/>
                <a:cs typeface="Times New Roman"/>
              </a:rPr>
              <a:t> </a:t>
            </a:r>
            <a:r>
              <a:rPr sz="3350" spc="25" dirty="0">
                <a:latin typeface="Times New Roman"/>
                <a:cs typeface="Times New Roman"/>
              </a:rPr>
              <a:t>to</a:t>
            </a:r>
            <a:r>
              <a:rPr sz="3350" spc="30" dirty="0">
                <a:latin typeface="Times New Roman"/>
                <a:cs typeface="Times New Roman"/>
              </a:rPr>
              <a:t> </a:t>
            </a:r>
            <a:r>
              <a:rPr sz="3350" spc="5" dirty="0">
                <a:latin typeface="Times New Roman"/>
                <a:cs typeface="Times New Roman"/>
              </a:rPr>
              <a:t>the</a:t>
            </a:r>
            <a:r>
              <a:rPr sz="3350" spc="10" dirty="0">
                <a:latin typeface="Times New Roman"/>
                <a:cs typeface="Times New Roman"/>
              </a:rPr>
              <a:t> </a:t>
            </a:r>
            <a:r>
              <a:rPr sz="3350" spc="5" dirty="0">
                <a:latin typeface="Times New Roman"/>
                <a:cs typeface="Times New Roman"/>
              </a:rPr>
              <a:t>existing</a:t>
            </a:r>
            <a:r>
              <a:rPr sz="3350" spc="10" dirty="0">
                <a:latin typeface="Times New Roman"/>
                <a:cs typeface="Times New Roman"/>
              </a:rPr>
              <a:t> technology</a:t>
            </a:r>
            <a:r>
              <a:rPr sz="3350" spc="15" dirty="0">
                <a:latin typeface="Times New Roman"/>
                <a:cs typeface="Times New Roman"/>
              </a:rPr>
              <a:t> </a:t>
            </a:r>
            <a:r>
              <a:rPr sz="3350" spc="25" dirty="0">
                <a:latin typeface="Times New Roman"/>
                <a:cs typeface="Times New Roman"/>
              </a:rPr>
              <a:t>in</a:t>
            </a:r>
            <a:r>
              <a:rPr sz="3350" spc="30" dirty="0">
                <a:latin typeface="Times New Roman"/>
                <a:cs typeface="Times New Roman"/>
              </a:rPr>
              <a:t> </a:t>
            </a:r>
            <a:r>
              <a:rPr sz="3350" spc="5" dirty="0">
                <a:latin typeface="Times New Roman"/>
                <a:cs typeface="Times New Roman"/>
              </a:rPr>
              <a:t>the </a:t>
            </a:r>
            <a:r>
              <a:rPr sz="3350" spc="10" dirty="0">
                <a:latin typeface="Times New Roman"/>
                <a:cs typeface="Times New Roman"/>
              </a:rPr>
              <a:t> </a:t>
            </a:r>
            <a:r>
              <a:rPr sz="3350" spc="5" dirty="0">
                <a:latin typeface="Times New Roman"/>
                <a:cs typeface="Times New Roman"/>
              </a:rPr>
              <a:t>vehicles </a:t>
            </a:r>
            <a:r>
              <a:rPr sz="3350" spc="20" dirty="0">
                <a:latin typeface="Times New Roman"/>
                <a:cs typeface="Times New Roman"/>
              </a:rPr>
              <a:t>and </a:t>
            </a:r>
            <a:r>
              <a:rPr sz="3350" spc="25" dirty="0">
                <a:latin typeface="Times New Roman"/>
                <a:cs typeface="Times New Roman"/>
              </a:rPr>
              <a:t>also </a:t>
            </a:r>
            <a:r>
              <a:rPr sz="3350" spc="5" dirty="0">
                <a:latin typeface="Times New Roman"/>
                <a:cs typeface="Times New Roman"/>
              </a:rPr>
              <a:t>improves the </a:t>
            </a:r>
            <a:r>
              <a:rPr sz="3350" spc="20" dirty="0">
                <a:latin typeface="Times New Roman"/>
                <a:cs typeface="Times New Roman"/>
              </a:rPr>
              <a:t>safety </a:t>
            </a:r>
            <a:r>
              <a:rPr sz="3350" spc="10" dirty="0">
                <a:latin typeface="Times New Roman"/>
                <a:cs typeface="Times New Roman"/>
              </a:rPr>
              <a:t>features, hence proving </a:t>
            </a:r>
            <a:r>
              <a:rPr sz="3350" spc="25" dirty="0">
                <a:latin typeface="Times New Roman"/>
                <a:cs typeface="Times New Roman"/>
              </a:rPr>
              <a:t>to </a:t>
            </a:r>
            <a:r>
              <a:rPr sz="3350" spc="30" dirty="0">
                <a:latin typeface="Times New Roman"/>
                <a:cs typeface="Times New Roman"/>
              </a:rPr>
              <a:t>be </a:t>
            </a:r>
            <a:r>
              <a:rPr sz="3350" spc="10" dirty="0">
                <a:latin typeface="Times New Roman"/>
                <a:cs typeface="Times New Roman"/>
              </a:rPr>
              <a:t>an </a:t>
            </a:r>
            <a:r>
              <a:rPr sz="3350" spc="-5" dirty="0">
                <a:latin typeface="Times New Roman"/>
                <a:cs typeface="Times New Roman"/>
              </a:rPr>
              <a:t>effective </a:t>
            </a:r>
            <a:r>
              <a:rPr sz="3350" dirty="0">
                <a:latin typeface="Times New Roman"/>
                <a:cs typeface="Times New Roman"/>
              </a:rPr>
              <a:t> </a:t>
            </a:r>
            <a:r>
              <a:rPr sz="3350" spc="15" dirty="0">
                <a:latin typeface="Times New Roman"/>
                <a:cs typeface="Times New Roman"/>
              </a:rPr>
              <a:t>development</a:t>
            </a:r>
            <a:r>
              <a:rPr sz="3350" spc="20" dirty="0">
                <a:latin typeface="Times New Roman"/>
                <a:cs typeface="Times New Roman"/>
              </a:rPr>
              <a:t> </a:t>
            </a:r>
            <a:r>
              <a:rPr sz="3350" spc="25" dirty="0">
                <a:latin typeface="Times New Roman"/>
                <a:cs typeface="Times New Roman"/>
              </a:rPr>
              <a:t>in</a:t>
            </a:r>
            <a:r>
              <a:rPr sz="3350" spc="-20" dirty="0">
                <a:latin typeface="Times New Roman"/>
                <a:cs typeface="Times New Roman"/>
              </a:rPr>
              <a:t> </a:t>
            </a:r>
            <a:r>
              <a:rPr sz="3350" spc="5" dirty="0">
                <a:latin typeface="Times New Roman"/>
                <a:cs typeface="Times New Roman"/>
              </a:rPr>
              <a:t>the</a:t>
            </a:r>
            <a:r>
              <a:rPr sz="3350" spc="35" dirty="0">
                <a:latin typeface="Times New Roman"/>
                <a:cs typeface="Times New Roman"/>
              </a:rPr>
              <a:t> </a:t>
            </a:r>
            <a:r>
              <a:rPr sz="3350" spc="10" dirty="0">
                <a:latin typeface="Times New Roman"/>
                <a:cs typeface="Times New Roman"/>
              </a:rPr>
              <a:t>automobile</a:t>
            </a:r>
            <a:r>
              <a:rPr sz="3350" spc="50" dirty="0">
                <a:latin typeface="Times New Roman"/>
                <a:cs typeface="Times New Roman"/>
              </a:rPr>
              <a:t> </a:t>
            </a:r>
            <a:r>
              <a:rPr sz="3350" spc="-40" dirty="0">
                <a:latin typeface="Times New Roman"/>
                <a:cs typeface="Times New Roman"/>
              </a:rPr>
              <a:t>industry.</a:t>
            </a:r>
            <a:endParaRPr sz="335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84985" y="1005141"/>
            <a:ext cx="4408805" cy="1261110"/>
          </a:xfrm>
          <a:prstGeom prst="rect">
            <a:avLst/>
          </a:prstGeom>
        </p:spPr>
        <p:txBody>
          <a:bodyPr vert="horz" wrap="square" lIns="0" tIns="13335" rIns="0" bIns="0" rtlCol="0">
            <a:spAutoFit/>
          </a:bodyPr>
          <a:lstStyle/>
          <a:p>
            <a:pPr marL="12700">
              <a:lnSpc>
                <a:spcPct val="100000"/>
              </a:lnSpc>
              <a:spcBef>
                <a:spcPts val="105"/>
              </a:spcBef>
            </a:pPr>
            <a:r>
              <a:rPr sz="8100" dirty="0">
                <a:solidFill>
                  <a:srgbClr val="505050"/>
                </a:solidFill>
              </a:rPr>
              <a:t>R</a:t>
            </a:r>
            <a:r>
              <a:rPr sz="8100" spc="-75" dirty="0">
                <a:solidFill>
                  <a:srgbClr val="505050"/>
                </a:solidFill>
              </a:rPr>
              <a:t>e</a:t>
            </a:r>
            <a:r>
              <a:rPr sz="8100" dirty="0">
                <a:solidFill>
                  <a:srgbClr val="505050"/>
                </a:solidFill>
              </a:rPr>
              <a:t>fer</a:t>
            </a:r>
            <a:r>
              <a:rPr sz="8100" spc="-65" dirty="0">
                <a:solidFill>
                  <a:srgbClr val="505050"/>
                </a:solidFill>
              </a:rPr>
              <a:t>e</a:t>
            </a:r>
            <a:r>
              <a:rPr sz="8100" dirty="0">
                <a:solidFill>
                  <a:srgbClr val="505050"/>
                </a:solidFill>
              </a:rPr>
              <a:t>nce</a:t>
            </a:r>
            <a:endParaRPr sz="8100"/>
          </a:p>
        </p:txBody>
      </p:sp>
      <p:sp>
        <p:nvSpPr>
          <p:cNvPr id="3" name="object 3"/>
          <p:cNvSpPr txBox="1"/>
          <p:nvPr/>
        </p:nvSpPr>
        <p:spPr>
          <a:xfrm>
            <a:off x="1834133" y="2472195"/>
            <a:ext cx="12876530" cy="5924550"/>
          </a:xfrm>
          <a:prstGeom prst="rect">
            <a:avLst/>
          </a:prstGeom>
        </p:spPr>
        <p:txBody>
          <a:bodyPr vert="horz" wrap="square" lIns="0" tIns="53340" rIns="0" bIns="0" rtlCol="0">
            <a:spAutoFit/>
          </a:bodyPr>
          <a:lstStyle/>
          <a:p>
            <a:pPr marL="13335">
              <a:lnSpc>
                <a:spcPct val="100000"/>
              </a:lnSpc>
              <a:spcBef>
                <a:spcPts val="420"/>
              </a:spcBef>
              <a:tabLst>
                <a:tab pos="1040765" algn="l"/>
                <a:tab pos="1744980" algn="l"/>
                <a:tab pos="3821429" algn="l"/>
                <a:tab pos="6162675" algn="l"/>
                <a:tab pos="7248525" algn="l"/>
                <a:tab pos="7743825" algn="l"/>
                <a:tab pos="8667115" algn="l"/>
                <a:tab pos="10209530" algn="l"/>
              </a:tabLst>
            </a:pPr>
            <a:r>
              <a:rPr sz="3050" spc="150" dirty="0">
                <a:latin typeface="Times New Roman"/>
                <a:cs typeface="Times New Roman"/>
              </a:rPr>
              <a:t>Here	</a:t>
            </a:r>
            <a:r>
              <a:rPr sz="3050" spc="110" dirty="0">
                <a:latin typeface="Times New Roman"/>
                <a:cs typeface="Times New Roman"/>
              </a:rPr>
              <a:t>are	</a:t>
            </a:r>
            <a:r>
              <a:rPr sz="3050" spc="215" dirty="0">
                <a:latin typeface="Times New Roman"/>
                <a:cs typeface="Times New Roman"/>
              </a:rPr>
              <a:t>references	</a:t>
            </a:r>
            <a:r>
              <a:rPr sz="3050" spc="125" dirty="0">
                <a:latin typeface="Times New Roman"/>
                <a:cs typeface="Times New Roman"/>
              </a:rPr>
              <a:t>for</a:t>
            </a:r>
            <a:r>
              <a:rPr sz="3050" spc="370" dirty="0">
                <a:latin typeface="Times New Roman"/>
                <a:cs typeface="Times New Roman"/>
              </a:rPr>
              <a:t> </a:t>
            </a:r>
            <a:r>
              <a:rPr sz="3050" spc="195" dirty="0">
                <a:latin typeface="Times New Roman"/>
                <a:cs typeface="Times New Roman"/>
              </a:rPr>
              <a:t>Arduino	</a:t>
            </a:r>
            <a:r>
              <a:rPr sz="3050" spc="135" dirty="0">
                <a:latin typeface="Times New Roman"/>
                <a:cs typeface="Times New Roman"/>
              </a:rPr>
              <a:t>UNO	</a:t>
            </a:r>
            <a:r>
              <a:rPr sz="3050" spc="65" dirty="0">
                <a:latin typeface="Times New Roman"/>
                <a:cs typeface="Times New Roman"/>
              </a:rPr>
              <a:t>in	</a:t>
            </a:r>
            <a:r>
              <a:rPr sz="3050" spc="160" dirty="0">
                <a:latin typeface="Times New Roman"/>
                <a:cs typeface="Times New Roman"/>
              </a:rPr>
              <a:t>four	</a:t>
            </a:r>
            <a:r>
              <a:rPr sz="3050" spc="200" dirty="0">
                <a:latin typeface="Times New Roman"/>
                <a:cs typeface="Times New Roman"/>
              </a:rPr>
              <a:t>concise	</a:t>
            </a:r>
            <a:r>
              <a:rPr sz="3050" spc="195" dirty="0">
                <a:latin typeface="Times New Roman"/>
                <a:cs typeface="Times New Roman"/>
              </a:rPr>
              <a:t>points:</a:t>
            </a:r>
            <a:endParaRPr sz="3050">
              <a:latin typeface="Times New Roman"/>
              <a:cs typeface="Times New Roman"/>
            </a:endParaRPr>
          </a:p>
          <a:p>
            <a:pPr marL="13335" marR="549275">
              <a:lnSpc>
                <a:spcPct val="99100"/>
              </a:lnSpc>
              <a:spcBef>
                <a:spcPts val="330"/>
              </a:spcBef>
              <a:buAutoNum type="arabicPeriod"/>
              <a:tabLst>
                <a:tab pos="360680" algn="l"/>
                <a:tab pos="1145540" algn="l"/>
                <a:tab pos="1393825" algn="l"/>
                <a:tab pos="2021205" algn="l"/>
                <a:tab pos="3229610" algn="l"/>
                <a:tab pos="3582035" algn="l"/>
                <a:tab pos="4382770" algn="l"/>
                <a:tab pos="4809490" algn="l"/>
                <a:tab pos="5589905" algn="l"/>
                <a:tab pos="5857240" algn="l"/>
                <a:tab pos="6201410" algn="l"/>
                <a:tab pos="7762240" algn="l"/>
                <a:tab pos="8963660" algn="l"/>
                <a:tab pos="9948545" algn="l"/>
                <a:tab pos="10587355" algn="l"/>
                <a:tab pos="11405870" algn="l"/>
              </a:tabLst>
            </a:pPr>
            <a:r>
              <a:rPr sz="3000" b="1" spc="240" dirty="0">
                <a:latin typeface="Times New Roman"/>
                <a:cs typeface="Times New Roman"/>
              </a:rPr>
              <a:t>M</a:t>
            </a:r>
            <a:r>
              <a:rPr sz="3000" b="1" spc="210" dirty="0">
                <a:latin typeface="Times New Roman"/>
                <a:cs typeface="Times New Roman"/>
              </a:rPr>
              <a:t>i</a:t>
            </a:r>
            <a:r>
              <a:rPr sz="3000" b="1" spc="245" dirty="0">
                <a:latin typeface="Times New Roman"/>
                <a:cs typeface="Times New Roman"/>
              </a:rPr>
              <a:t>c</a:t>
            </a:r>
            <a:r>
              <a:rPr sz="3000" b="1" spc="265" dirty="0">
                <a:latin typeface="Times New Roman"/>
                <a:cs typeface="Times New Roman"/>
              </a:rPr>
              <a:t>h</a:t>
            </a:r>
            <a:r>
              <a:rPr sz="3000" b="1" spc="220" dirty="0">
                <a:latin typeface="Times New Roman"/>
                <a:cs typeface="Times New Roman"/>
              </a:rPr>
              <a:t>a</a:t>
            </a:r>
            <a:r>
              <a:rPr sz="3000" b="1" spc="320" dirty="0">
                <a:latin typeface="Times New Roman"/>
                <a:cs typeface="Times New Roman"/>
              </a:rPr>
              <a:t>e</a:t>
            </a:r>
            <a:r>
              <a:rPr sz="3000" b="1" dirty="0">
                <a:latin typeface="Times New Roman"/>
                <a:cs typeface="Times New Roman"/>
              </a:rPr>
              <a:t>l	</a:t>
            </a:r>
            <a:r>
              <a:rPr sz="3000" b="1" spc="320" dirty="0">
                <a:latin typeface="Times New Roman"/>
                <a:cs typeface="Times New Roman"/>
              </a:rPr>
              <a:t>M</a:t>
            </a:r>
            <a:r>
              <a:rPr sz="3000" b="1" spc="240" dirty="0">
                <a:latin typeface="Times New Roman"/>
                <a:cs typeface="Times New Roman"/>
              </a:rPr>
              <a:t>c</a:t>
            </a:r>
            <a:r>
              <a:rPr sz="3000" b="1" spc="225" dirty="0">
                <a:latin typeface="Times New Roman"/>
                <a:cs typeface="Times New Roman"/>
              </a:rPr>
              <a:t>R</a:t>
            </a:r>
            <a:r>
              <a:rPr sz="3000" b="1" spc="220" dirty="0">
                <a:latin typeface="Times New Roman"/>
                <a:cs typeface="Times New Roman"/>
              </a:rPr>
              <a:t>o</a:t>
            </a:r>
            <a:r>
              <a:rPr sz="3000" b="1" spc="265" dirty="0">
                <a:latin typeface="Times New Roman"/>
                <a:cs typeface="Times New Roman"/>
              </a:rPr>
              <a:t>b</a:t>
            </a:r>
            <a:r>
              <a:rPr sz="3000" b="1" spc="240" dirty="0">
                <a:latin typeface="Times New Roman"/>
                <a:cs typeface="Times New Roman"/>
              </a:rPr>
              <a:t>e</a:t>
            </a:r>
            <a:r>
              <a:rPr sz="3000" b="1" spc="245" dirty="0">
                <a:latin typeface="Times New Roman"/>
                <a:cs typeface="Times New Roman"/>
              </a:rPr>
              <a:t>r</a:t>
            </a:r>
            <a:r>
              <a:rPr sz="3000" b="1" spc="270" dirty="0">
                <a:latin typeface="Times New Roman"/>
                <a:cs typeface="Times New Roman"/>
              </a:rPr>
              <a:t>t</a:t>
            </a:r>
            <a:r>
              <a:rPr sz="3000" b="1" spc="240" dirty="0">
                <a:latin typeface="Times New Roman"/>
                <a:cs typeface="Times New Roman"/>
              </a:rPr>
              <a:t>s</a:t>
            </a:r>
            <a:r>
              <a:rPr sz="3000" b="1" dirty="0">
                <a:latin typeface="Times New Roman"/>
                <a:cs typeface="Times New Roman"/>
              </a:rPr>
              <a:t>,	"</a:t>
            </a:r>
            <a:r>
              <a:rPr sz="3000" b="1" spc="-475" dirty="0">
                <a:latin typeface="Times New Roman"/>
                <a:cs typeface="Times New Roman"/>
              </a:rPr>
              <a:t> </a:t>
            </a:r>
            <a:r>
              <a:rPr sz="3000" b="1" spc="210" dirty="0">
                <a:latin typeface="Times New Roman"/>
                <a:cs typeface="Times New Roman"/>
              </a:rPr>
              <a:t>G</a:t>
            </a:r>
            <a:r>
              <a:rPr sz="3000" b="1" spc="245" dirty="0">
                <a:latin typeface="Times New Roman"/>
                <a:cs typeface="Times New Roman"/>
              </a:rPr>
              <a:t>e</a:t>
            </a:r>
            <a:r>
              <a:rPr sz="3000" b="1" spc="275" dirty="0">
                <a:latin typeface="Times New Roman"/>
                <a:cs typeface="Times New Roman"/>
              </a:rPr>
              <a:t>t</a:t>
            </a:r>
            <a:r>
              <a:rPr sz="3000" b="1" spc="260" dirty="0">
                <a:latin typeface="Times New Roman"/>
                <a:cs typeface="Times New Roman"/>
              </a:rPr>
              <a:t>t</a:t>
            </a:r>
            <a:r>
              <a:rPr sz="3000" b="1" spc="210" dirty="0">
                <a:latin typeface="Times New Roman"/>
                <a:cs typeface="Times New Roman"/>
              </a:rPr>
              <a:t>i</a:t>
            </a:r>
            <a:r>
              <a:rPr sz="3000" b="1" spc="270" dirty="0">
                <a:latin typeface="Times New Roman"/>
                <a:cs typeface="Times New Roman"/>
              </a:rPr>
              <a:t>n</a:t>
            </a:r>
            <a:r>
              <a:rPr sz="3000" b="1" dirty="0">
                <a:latin typeface="Times New Roman"/>
                <a:cs typeface="Times New Roman"/>
              </a:rPr>
              <a:t>g	</a:t>
            </a:r>
            <a:r>
              <a:rPr sz="3000" b="1" spc="270" dirty="0">
                <a:latin typeface="Times New Roman"/>
                <a:cs typeface="Times New Roman"/>
              </a:rPr>
              <a:t>St</a:t>
            </a:r>
            <a:r>
              <a:rPr sz="3000" b="1" spc="215" dirty="0">
                <a:latin typeface="Times New Roman"/>
                <a:cs typeface="Times New Roman"/>
              </a:rPr>
              <a:t>a</a:t>
            </a:r>
            <a:r>
              <a:rPr sz="3000" b="1" spc="245" dirty="0">
                <a:latin typeface="Times New Roman"/>
                <a:cs typeface="Times New Roman"/>
              </a:rPr>
              <a:t>r</a:t>
            </a:r>
            <a:r>
              <a:rPr sz="3000" b="1" spc="265" dirty="0">
                <a:latin typeface="Times New Roman"/>
                <a:cs typeface="Times New Roman"/>
              </a:rPr>
              <a:t>t</a:t>
            </a:r>
            <a:r>
              <a:rPr sz="3000" b="1" spc="245" dirty="0">
                <a:latin typeface="Times New Roman"/>
                <a:cs typeface="Times New Roman"/>
              </a:rPr>
              <a:t>e</a:t>
            </a:r>
            <a:r>
              <a:rPr sz="3000" b="1" dirty="0">
                <a:latin typeface="Times New Roman"/>
                <a:cs typeface="Times New Roman"/>
              </a:rPr>
              <a:t>d	</a:t>
            </a:r>
            <a:r>
              <a:rPr sz="3000" b="1" spc="225" dirty="0">
                <a:latin typeface="Times New Roman"/>
                <a:cs typeface="Times New Roman"/>
              </a:rPr>
              <a:t>w</a:t>
            </a:r>
            <a:r>
              <a:rPr sz="3000" b="1" spc="285" dirty="0">
                <a:latin typeface="Times New Roman"/>
                <a:cs typeface="Times New Roman"/>
              </a:rPr>
              <a:t>i</a:t>
            </a:r>
            <a:r>
              <a:rPr sz="3000" b="1" spc="195" dirty="0">
                <a:latin typeface="Times New Roman"/>
                <a:cs typeface="Times New Roman"/>
              </a:rPr>
              <a:t>t</a:t>
            </a:r>
            <a:r>
              <a:rPr sz="3000" b="1" dirty="0">
                <a:latin typeface="Times New Roman"/>
                <a:cs typeface="Times New Roman"/>
              </a:rPr>
              <a:t>h</a:t>
            </a:r>
            <a:r>
              <a:rPr sz="3000" b="1" spc="180" dirty="0">
                <a:latin typeface="Times New Roman"/>
                <a:cs typeface="Times New Roman"/>
              </a:rPr>
              <a:t> </a:t>
            </a:r>
            <a:r>
              <a:rPr sz="3000" b="1" spc="225" dirty="0">
                <a:latin typeface="Times New Roman"/>
                <a:cs typeface="Times New Roman"/>
              </a:rPr>
              <a:t>A</a:t>
            </a:r>
            <a:r>
              <a:rPr sz="3000" b="1" spc="240" dirty="0">
                <a:latin typeface="Times New Roman"/>
                <a:cs typeface="Times New Roman"/>
              </a:rPr>
              <a:t>r</a:t>
            </a:r>
            <a:r>
              <a:rPr sz="3000" b="1" spc="280" dirty="0">
                <a:latin typeface="Times New Roman"/>
                <a:cs typeface="Times New Roman"/>
              </a:rPr>
              <a:t>d</a:t>
            </a:r>
            <a:r>
              <a:rPr sz="3000" b="1" spc="254" dirty="0">
                <a:latin typeface="Times New Roman"/>
                <a:cs typeface="Times New Roman"/>
              </a:rPr>
              <a:t>u</a:t>
            </a:r>
            <a:r>
              <a:rPr sz="3000" b="1" spc="210" dirty="0">
                <a:latin typeface="Times New Roman"/>
                <a:cs typeface="Times New Roman"/>
              </a:rPr>
              <a:t>i</a:t>
            </a:r>
            <a:r>
              <a:rPr sz="3000" b="1" spc="270" dirty="0">
                <a:latin typeface="Times New Roman"/>
                <a:cs typeface="Times New Roman"/>
              </a:rPr>
              <a:t>n</a:t>
            </a:r>
            <a:r>
              <a:rPr sz="3000" b="1" dirty="0">
                <a:latin typeface="Times New Roman"/>
                <a:cs typeface="Times New Roman"/>
              </a:rPr>
              <a:t>o</a:t>
            </a:r>
            <a:r>
              <a:rPr sz="3000" b="1" spc="-400" dirty="0">
                <a:latin typeface="Times New Roman"/>
                <a:cs typeface="Times New Roman"/>
              </a:rPr>
              <a:t> </a:t>
            </a:r>
            <a:r>
              <a:rPr sz="3000" dirty="0">
                <a:latin typeface="Times New Roman"/>
                <a:cs typeface="Times New Roman"/>
              </a:rPr>
              <a:t>:	</a:t>
            </a:r>
            <a:r>
              <a:rPr sz="3000" spc="265" dirty="0">
                <a:latin typeface="Times New Roman"/>
                <a:cs typeface="Times New Roman"/>
              </a:rPr>
              <a:t>T</a:t>
            </a:r>
            <a:r>
              <a:rPr sz="3000" spc="215" dirty="0">
                <a:latin typeface="Times New Roman"/>
                <a:cs typeface="Times New Roman"/>
              </a:rPr>
              <a:t>h</a:t>
            </a:r>
            <a:r>
              <a:rPr sz="3000" dirty="0">
                <a:latin typeface="Times New Roman"/>
                <a:cs typeface="Times New Roman"/>
              </a:rPr>
              <a:t>e	</a:t>
            </a:r>
            <a:r>
              <a:rPr sz="3000" spc="220" dirty="0">
                <a:latin typeface="Times New Roman"/>
                <a:cs typeface="Times New Roman"/>
              </a:rPr>
              <a:t>Op</a:t>
            </a:r>
            <a:r>
              <a:rPr sz="3000" spc="245" dirty="0">
                <a:latin typeface="Times New Roman"/>
                <a:cs typeface="Times New Roman"/>
              </a:rPr>
              <a:t>e</a:t>
            </a:r>
            <a:r>
              <a:rPr sz="3000" dirty="0">
                <a:latin typeface="Times New Roman"/>
                <a:cs typeface="Times New Roman"/>
              </a:rPr>
              <a:t>n  </a:t>
            </a:r>
            <a:r>
              <a:rPr sz="3000" spc="165" dirty="0">
                <a:latin typeface="Times New Roman"/>
                <a:cs typeface="Times New Roman"/>
              </a:rPr>
              <a:t>Source	</a:t>
            </a:r>
            <a:r>
              <a:rPr sz="3000" spc="204" dirty="0">
                <a:latin typeface="Times New Roman"/>
                <a:cs typeface="Times New Roman"/>
              </a:rPr>
              <a:t>Electronics	</a:t>
            </a:r>
            <a:r>
              <a:rPr sz="3000" spc="190" dirty="0">
                <a:latin typeface="Times New Roman"/>
                <a:cs typeface="Times New Roman"/>
              </a:rPr>
              <a:t>Prototyping	</a:t>
            </a:r>
            <a:r>
              <a:rPr sz="3000" spc="185" dirty="0">
                <a:latin typeface="Times New Roman"/>
                <a:cs typeface="Times New Roman"/>
              </a:rPr>
              <a:t>Platform"(</a:t>
            </a:r>
            <a:r>
              <a:rPr sz="3000" spc="-185" dirty="0">
                <a:latin typeface="Times New Roman"/>
                <a:cs typeface="Times New Roman"/>
              </a:rPr>
              <a:t> </a:t>
            </a:r>
            <a:r>
              <a:rPr sz="3000" spc="70" dirty="0">
                <a:latin typeface="Times New Roman"/>
                <a:cs typeface="Times New Roman"/>
              </a:rPr>
              <a:t>2011</a:t>
            </a:r>
            <a:r>
              <a:rPr sz="3000" spc="-250" dirty="0">
                <a:latin typeface="Times New Roman"/>
                <a:cs typeface="Times New Roman"/>
              </a:rPr>
              <a:t> </a:t>
            </a:r>
            <a:r>
              <a:rPr sz="3000" dirty="0">
                <a:latin typeface="Times New Roman"/>
                <a:cs typeface="Times New Roman"/>
              </a:rPr>
              <a:t>)	–</a:t>
            </a:r>
            <a:r>
              <a:rPr sz="3000" spc="160" dirty="0">
                <a:latin typeface="Times New Roman"/>
                <a:cs typeface="Times New Roman"/>
              </a:rPr>
              <a:t> </a:t>
            </a:r>
            <a:r>
              <a:rPr sz="3000" spc="40" dirty="0">
                <a:latin typeface="Times New Roman"/>
                <a:cs typeface="Times New Roman"/>
              </a:rPr>
              <a:t>An	</a:t>
            </a:r>
            <a:r>
              <a:rPr sz="3000" spc="195" dirty="0">
                <a:latin typeface="Times New Roman"/>
                <a:cs typeface="Times New Roman"/>
              </a:rPr>
              <a:t>introductory </a:t>
            </a:r>
            <a:r>
              <a:rPr sz="3000" spc="200" dirty="0">
                <a:latin typeface="Times New Roman"/>
                <a:cs typeface="Times New Roman"/>
              </a:rPr>
              <a:t> </a:t>
            </a:r>
            <a:r>
              <a:rPr sz="3000" spc="145" dirty="0">
                <a:latin typeface="Times New Roman"/>
                <a:cs typeface="Times New Roman"/>
              </a:rPr>
              <a:t>guide	</a:t>
            </a:r>
            <a:r>
              <a:rPr sz="3000" spc="70" dirty="0">
                <a:latin typeface="Times New Roman"/>
                <a:cs typeface="Times New Roman"/>
              </a:rPr>
              <a:t>to</a:t>
            </a:r>
            <a:r>
              <a:rPr sz="3000" spc="280" dirty="0">
                <a:latin typeface="Times New Roman"/>
                <a:cs typeface="Times New Roman"/>
              </a:rPr>
              <a:t> </a:t>
            </a:r>
            <a:r>
              <a:rPr sz="3000" spc="175" dirty="0">
                <a:latin typeface="Times New Roman"/>
                <a:cs typeface="Times New Roman"/>
              </a:rPr>
              <a:t>Arduino	</a:t>
            </a:r>
            <a:r>
              <a:rPr sz="3000" spc="180" dirty="0">
                <a:latin typeface="Times New Roman"/>
                <a:cs typeface="Times New Roman"/>
              </a:rPr>
              <a:t>projects	</a:t>
            </a:r>
            <a:r>
              <a:rPr sz="3000" spc="125" dirty="0">
                <a:latin typeface="Times New Roman"/>
                <a:cs typeface="Times New Roman"/>
              </a:rPr>
              <a:t>and	</a:t>
            </a:r>
            <a:r>
              <a:rPr sz="3000" spc="195" dirty="0">
                <a:latin typeface="Times New Roman"/>
                <a:cs typeface="Times New Roman"/>
              </a:rPr>
              <a:t>programming.</a:t>
            </a:r>
            <a:endParaRPr sz="3000">
              <a:latin typeface="Times New Roman"/>
              <a:cs typeface="Times New Roman"/>
            </a:endParaRPr>
          </a:p>
          <a:p>
            <a:pPr marL="365125" indent="-353060">
              <a:lnSpc>
                <a:spcPct val="100000"/>
              </a:lnSpc>
              <a:spcBef>
                <a:spcPts val="5"/>
              </a:spcBef>
              <a:buAutoNum type="arabicPeriod"/>
              <a:tabLst>
                <a:tab pos="365760" algn="l"/>
                <a:tab pos="2172970" algn="l"/>
                <a:tab pos="3392804" algn="l"/>
                <a:tab pos="4230370" algn="l"/>
                <a:tab pos="5897880" algn="l"/>
                <a:tab pos="7384415" algn="l"/>
                <a:tab pos="9203055" algn="l"/>
                <a:tab pos="10755630" algn="l"/>
              </a:tabLst>
            </a:pPr>
            <a:r>
              <a:rPr sz="3000" b="1" spc="175" dirty="0">
                <a:latin typeface="Times New Roman"/>
                <a:cs typeface="Times New Roman"/>
              </a:rPr>
              <a:t>Massimo	</a:t>
            </a:r>
            <a:r>
              <a:rPr sz="3000" b="1" spc="150" dirty="0">
                <a:latin typeface="Times New Roman"/>
                <a:cs typeface="Times New Roman"/>
              </a:rPr>
              <a:t>Banzi	</a:t>
            </a:r>
            <a:r>
              <a:rPr sz="3000" b="1" spc="114" dirty="0">
                <a:latin typeface="Times New Roman"/>
                <a:cs typeface="Times New Roman"/>
              </a:rPr>
              <a:t>and	</a:t>
            </a:r>
            <a:r>
              <a:rPr sz="3000" b="1" spc="180" dirty="0">
                <a:latin typeface="Times New Roman"/>
                <a:cs typeface="Times New Roman"/>
              </a:rPr>
              <a:t>Michael	</a:t>
            </a:r>
            <a:r>
              <a:rPr sz="3000" b="1" spc="175" dirty="0">
                <a:latin typeface="Times New Roman"/>
                <a:cs typeface="Times New Roman"/>
              </a:rPr>
              <a:t>Shiloh,	</a:t>
            </a:r>
            <a:r>
              <a:rPr sz="3000" b="1" spc="180" dirty="0">
                <a:latin typeface="Times New Roman"/>
                <a:cs typeface="Times New Roman"/>
              </a:rPr>
              <a:t>"Getting	</a:t>
            </a:r>
            <a:r>
              <a:rPr sz="3000" b="1" spc="170" dirty="0">
                <a:latin typeface="Times New Roman"/>
                <a:cs typeface="Times New Roman"/>
              </a:rPr>
              <a:t>Started	</a:t>
            </a:r>
            <a:r>
              <a:rPr sz="3000" b="1" spc="135" dirty="0">
                <a:latin typeface="Times New Roman"/>
                <a:cs typeface="Times New Roman"/>
              </a:rPr>
              <a:t>with</a:t>
            </a:r>
            <a:endParaRPr sz="3000">
              <a:latin typeface="Times New Roman"/>
              <a:cs typeface="Times New Roman"/>
            </a:endParaRPr>
          </a:p>
          <a:p>
            <a:pPr marL="13335" marR="5080">
              <a:lnSpc>
                <a:spcPct val="100000"/>
              </a:lnSpc>
              <a:tabLst>
                <a:tab pos="1725930" algn="l"/>
                <a:tab pos="1985010" algn="l"/>
                <a:tab pos="2296795" algn="l"/>
                <a:tab pos="3305175" algn="l"/>
                <a:tab pos="3401695" algn="l"/>
                <a:tab pos="3653790" algn="l"/>
                <a:tab pos="4095750" algn="l"/>
                <a:tab pos="6587490" algn="l"/>
                <a:tab pos="8149590" algn="l"/>
                <a:tab pos="9149715" algn="l"/>
                <a:tab pos="9921240" algn="l"/>
                <a:tab pos="12301855" algn="l"/>
              </a:tabLst>
            </a:pPr>
            <a:r>
              <a:rPr sz="3000" b="1" spc="220" dirty="0">
                <a:latin typeface="Times New Roman"/>
                <a:cs typeface="Times New Roman"/>
              </a:rPr>
              <a:t>A</a:t>
            </a:r>
            <a:r>
              <a:rPr sz="3000" b="1" spc="245" dirty="0">
                <a:latin typeface="Times New Roman"/>
                <a:cs typeface="Times New Roman"/>
              </a:rPr>
              <a:t>r</a:t>
            </a:r>
            <a:r>
              <a:rPr sz="3000" b="1" spc="280" dirty="0">
                <a:latin typeface="Times New Roman"/>
                <a:cs typeface="Times New Roman"/>
              </a:rPr>
              <a:t>d</a:t>
            </a:r>
            <a:r>
              <a:rPr sz="3000" b="1" spc="254" dirty="0">
                <a:latin typeface="Times New Roman"/>
                <a:cs typeface="Times New Roman"/>
              </a:rPr>
              <a:t>u</a:t>
            </a:r>
            <a:r>
              <a:rPr sz="3000" b="1" spc="215" dirty="0">
                <a:latin typeface="Times New Roman"/>
                <a:cs typeface="Times New Roman"/>
              </a:rPr>
              <a:t>i</a:t>
            </a:r>
            <a:r>
              <a:rPr sz="3000" b="1" spc="265" dirty="0">
                <a:latin typeface="Times New Roman"/>
                <a:cs typeface="Times New Roman"/>
              </a:rPr>
              <a:t>n</a:t>
            </a:r>
            <a:r>
              <a:rPr sz="3000" b="1" spc="215" dirty="0">
                <a:latin typeface="Times New Roman"/>
                <a:cs typeface="Times New Roman"/>
              </a:rPr>
              <a:t>o</a:t>
            </a:r>
            <a:r>
              <a:rPr sz="3000" b="1" dirty="0">
                <a:latin typeface="Times New Roman"/>
                <a:cs typeface="Times New Roman"/>
              </a:rPr>
              <a:t>"	</a:t>
            </a:r>
            <a:r>
              <a:rPr sz="3000" dirty="0">
                <a:latin typeface="Times New Roman"/>
                <a:cs typeface="Times New Roman"/>
              </a:rPr>
              <a:t>(</a:t>
            </a:r>
            <a:r>
              <a:rPr sz="3000" spc="-480" dirty="0">
                <a:latin typeface="Times New Roman"/>
                <a:cs typeface="Times New Roman"/>
              </a:rPr>
              <a:t> </a:t>
            </a:r>
            <a:r>
              <a:rPr sz="3000" spc="220" dirty="0">
                <a:latin typeface="Times New Roman"/>
                <a:cs typeface="Times New Roman"/>
              </a:rPr>
              <a:t>2</a:t>
            </a:r>
            <a:r>
              <a:rPr sz="3000" spc="210" dirty="0">
                <a:latin typeface="Times New Roman"/>
                <a:cs typeface="Times New Roman"/>
              </a:rPr>
              <a:t>0</a:t>
            </a:r>
            <a:r>
              <a:rPr sz="3000" spc="30" dirty="0">
                <a:latin typeface="Times New Roman"/>
                <a:cs typeface="Times New Roman"/>
              </a:rPr>
              <a:t>1</a:t>
            </a:r>
            <a:r>
              <a:rPr sz="3000" spc="215" dirty="0">
                <a:latin typeface="Times New Roman"/>
                <a:cs typeface="Times New Roman"/>
              </a:rPr>
              <a:t>1</a:t>
            </a:r>
            <a:r>
              <a:rPr sz="3000" dirty="0">
                <a:latin typeface="Times New Roman"/>
                <a:cs typeface="Times New Roman"/>
              </a:rPr>
              <a:t>)	–	</a:t>
            </a:r>
            <a:r>
              <a:rPr sz="3000" spc="245" dirty="0">
                <a:latin typeface="Times New Roman"/>
                <a:cs typeface="Times New Roman"/>
              </a:rPr>
              <a:t>C</a:t>
            </a:r>
            <a:r>
              <a:rPr sz="3000" spc="215" dirty="0">
                <a:latin typeface="Times New Roman"/>
                <a:cs typeface="Times New Roman"/>
              </a:rPr>
              <a:t>o</a:t>
            </a:r>
            <a:r>
              <a:rPr sz="3000" spc="285" dirty="0">
                <a:latin typeface="Times New Roman"/>
                <a:cs typeface="Times New Roman"/>
              </a:rPr>
              <a:t>m</a:t>
            </a:r>
            <a:r>
              <a:rPr sz="3000" spc="220" dirty="0">
                <a:latin typeface="Times New Roman"/>
                <a:cs typeface="Times New Roman"/>
              </a:rPr>
              <a:t>p</a:t>
            </a:r>
            <a:r>
              <a:rPr sz="3000" spc="270" dirty="0">
                <a:latin typeface="Times New Roman"/>
                <a:cs typeface="Times New Roman"/>
              </a:rPr>
              <a:t>r</a:t>
            </a:r>
            <a:r>
              <a:rPr sz="3000" spc="245" dirty="0">
                <a:latin typeface="Times New Roman"/>
                <a:cs typeface="Times New Roman"/>
              </a:rPr>
              <a:t>e</a:t>
            </a:r>
            <a:r>
              <a:rPr sz="3000" spc="220" dirty="0">
                <a:latin typeface="Times New Roman"/>
                <a:cs typeface="Times New Roman"/>
              </a:rPr>
              <a:t>h</a:t>
            </a:r>
            <a:r>
              <a:rPr sz="3000" spc="245" dirty="0">
                <a:latin typeface="Times New Roman"/>
                <a:cs typeface="Times New Roman"/>
              </a:rPr>
              <a:t>e</a:t>
            </a:r>
            <a:r>
              <a:rPr sz="3000" spc="290" dirty="0">
                <a:latin typeface="Times New Roman"/>
                <a:cs typeface="Times New Roman"/>
              </a:rPr>
              <a:t>n</a:t>
            </a:r>
            <a:r>
              <a:rPr sz="3000" spc="245" dirty="0">
                <a:latin typeface="Times New Roman"/>
                <a:cs typeface="Times New Roman"/>
              </a:rPr>
              <a:t>s</a:t>
            </a:r>
            <a:r>
              <a:rPr sz="3000" spc="220" dirty="0">
                <a:latin typeface="Times New Roman"/>
                <a:cs typeface="Times New Roman"/>
              </a:rPr>
              <a:t>i</a:t>
            </a:r>
            <a:r>
              <a:rPr sz="3000" spc="215" dirty="0">
                <a:latin typeface="Times New Roman"/>
                <a:cs typeface="Times New Roman"/>
              </a:rPr>
              <a:t>v</a:t>
            </a:r>
            <a:r>
              <a:rPr sz="3000" dirty="0">
                <a:latin typeface="Times New Roman"/>
                <a:cs typeface="Times New Roman"/>
              </a:rPr>
              <a:t>e	</a:t>
            </a:r>
            <a:r>
              <a:rPr sz="3000" spc="215" dirty="0">
                <a:latin typeface="Times New Roman"/>
                <a:cs typeface="Times New Roman"/>
              </a:rPr>
              <a:t>i</a:t>
            </a:r>
            <a:r>
              <a:rPr sz="3000" spc="290" dirty="0">
                <a:latin typeface="Times New Roman"/>
                <a:cs typeface="Times New Roman"/>
              </a:rPr>
              <a:t>n</a:t>
            </a:r>
            <a:r>
              <a:rPr sz="3000" spc="175" dirty="0">
                <a:latin typeface="Times New Roman"/>
                <a:cs typeface="Times New Roman"/>
              </a:rPr>
              <a:t>s</a:t>
            </a:r>
            <a:r>
              <a:rPr sz="3000" spc="290" dirty="0">
                <a:latin typeface="Times New Roman"/>
                <a:cs typeface="Times New Roman"/>
              </a:rPr>
              <a:t>i</a:t>
            </a:r>
            <a:r>
              <a:rPr sz="3000" spc="215" dirty="0">
                <a:latin typeface="Times New Roman"/>
                <a:cs typeface="Times New Roman"/>
              </a:rPr>
              <a:t>g</a:t>
            </a:r>
            <a:r>
              <a:rPr sz="3000" spc="295" dirty="0">
                <a:latin typeface="Times New Roman"/>
                <a:cs typeface="Times New Roman"/>
              </a:rPr>
              <a:t>h</a:t>
            </a:r>
            <a:r>
              <a:rPr sz="3000" spc="215" dirty="0">
                <a:latin typeface="Times New Roman"/>
                <a:cs typeface="Times New Roman"/>
              </a:rPr>
              <a:t>t</a:t>
            </a:r>
            <a:r>
              <a:rPr sz="3000" dirty="0">
                <a:latin typeface="Times New Roman"/>
                <a:cs typeface="Times New Roman"/>
              </a:rPr>
              <a:t>s	</a:t>
            </a:r>
            <a:r>
              <a:rPr sz="3000" spc="275" dirty="0">
                <a:latin typeface="Times New Roman"/>
                <a:cs typeface="Times New Roman"/>
              </a:rPr>
              <a:t>f</a:t>
            </a:r>
            <a:r>
              <a:rPr sz="3000" spc="265" dirty="0">
                <a:latin typeface="Times New Roman"/>
                <a:cs typeface="Times New Roman"/>
              </a:rPr>
              <a:t>r</a:t>
            </a:r>
            <a:r>
              <a:rPr sz="3000" spc="215" dirty="0">
                <a:latin typeface="Times New Roman"/>
                <a:cs typeface="Times New Roman"/>
              </a:rPr>
              <a:t>o</a:t>
            </a:r>
            <a:r>
              <a:rPr sz="3000" dirty="0">
                <a:latin typeface="Times New Roman"/>
                <a:cs typeface="Times New Roman"/>
              </a:rPr>
              <a:t>m	</a:t>
            </a:r>
            <a:r>
              <a:rPr sz="3000" spc="220" dirty="0">
                <a:latin typeface="Times New Roman"/>
                <a:cs typeface="Times New Roman"/>
              </a:rPr>
              <a:t>o</a:t>
            </a:r>
            <a:r>
              <a:rPr sz="3000" spc="215" dirty="0">
                <a:latin typeface="Times New Roman"/>
                <a:cs typeface="Times New Roman"/>
              </a:rPr>
              <a:t>n</a:t>
            </a:r>
            <a:r>
              <a:rPr sz="3000" dirty="0">
                <a:latin typeface="Times New Roman"/>
                <a:cs typeface="Times New Roman"/>
              </a:rPr>
              <a:t>e	</a:t>
            </a:r>
            <a:r>
              <a:rPr sz="3000" spc="220" dirty="0">
                <a:latin typeface="Times New Roman"/>
                <a:cs typeface="Times New Roman"/>
              </a:rPr>
              <a:t>o</a:t>
            </a:r>
            <a:r>
              <a:rPr sz="3000" dirty="0">
                <a:latin typeface="Times New Roman"/>
                <a:cs typeface="Times New Roman"/>
              </a:rPr>
              <a:t>f</a:t>
            </a:r>
            <a:r>
              <a:rPr sz="3000" spc="180" dirty="0">
                <a:latin typeface="Times New Roman"/>
                <a:cs typeface="Times New Roman"/>
              </a:rPr>
              <a:t> </a:t>
            </a:r>
            <a:r>
              <a:rPr sz="3000" spc="225" dirty="0">
                <a:latin typeface="Times New Roman"/>
                <a:cs typeface="Times New Roman"/>
              </a:rPr>
              <a:t>A</a:t>
            </a:r>
            <a:r>
              <a:rPr sz="3000" spc="265" dirty="0">
                <a:latin typeface="Times New Roman"/>
                <a:cs typeface="Times New Roman"/>
              </a:rPr>
              <a:t>r</a:t>
            </a:r>
            <a:r>
              <a:rPr sz="3000" spc="225" dirty="0">
                <a:latin typeface="Times New Roman"/>
                <a:cs typeface="Times New Roman"/>
              </a:rPr>
              <a:t>d</a:t>
            </a:r>
            <a:r>
              <a:rPr sz="3000" spc="210" dirty="0">
                <a:latin typeface="Times New Roman"/>
                <a:cs typeface="Times New Roman"/>
              </a:rPr>
              <a:t>u</a:t>
            </a:r>
            <a:r>
              <a:rPr sz="3000" spc="290" dirty="0">
                <a:latin typeface="Times New Roman"/>
                <a:cs typeface="Times New Roman"/>
              </a:rPr>
              <a:t>i</a:t>
            </a:r>
            <a:r>
              <a:rPr sz="3000" spc="225" dirty="0">
                <a:latin typeface="Times New Roman"/>
                <a:cs typeface="Times New Roman"/>
              </a:rPr>
              <a:t>n</a:t>
            </a:r>
            <a:r>
              <a:rPr sz="3000" spc="210" dirty="0">
                <a:latin typeface="Times New Roman"/>
                <a:cs typeface="Times New Roman"/>
              </a:rPr>
              <a:t>o</a:t>
            </a:r>
            <a:r>
              <a:rPr sz="3000" spc="-5" dirty="0">
                <a:latin typeface="Times New Roman"/>
                <a:cs typeface="Times New Roman"/>
              </a:rPr>
              <a:t>'</a:t>
            </a:r>
            <a:r>
              <a:rPr sz="3000" spc="-475" dirty="0">
                <a:latin typeface="Times New Roman"/>
                <a:cs typeface="Times New Roman"/>
              </a:rPr>
              <a:t> </a:t>
            </a:r>
            <a:r>
              <a:rPr sz="3000" dirty="0">
                <a:latin typeface="Times New Roman"/>
                <a:cs typeface="Times New Roman"/>
              </a:rPr>
              <a:t>s	</a:t>
            </a:r>
            <a:r>
              <a:rPr sz="3000" spc="245" dirty="0">
                <a:latin typeface="Times New Roman"/>
                <a:cs typeface="Times New Roman"/>
              </a:rPr>
              <a:t>c</a:t>
            </a:r>
            <a:r>
              <a:rPr sz="3000" spc="340" dirty="0">
                <a:latin typeface="Times New Roman"/>
                <a:cs typeface="Times New Roman"/>
              </a:rPr>
              <a:t>o</a:t>
            </a:r>
            <a:r>
              <a:rPr sz="3000" dirty="0">
                <a:latin typeface="Times New Roman"/>
                <a:cs typeface="Times New Roman"/>
              </a:rPr>
              <a:t>-  </a:t>
            </a:r>
            <a:r>
              <a:rPr sz="3000" spc="185" dirty="0">
                <a:latin typeface="Times New Roman"/>
                <a:cs typeface="Times New Roman"/>
              </a:rPr>
              <a:t>founders	</a:t>
            </a:r>
            <a:r>
              <a:rPr sz="3000" spc="35" dirty="0">
                <a:latin typeface="Times New Roman"/>
                <a:cs typeface="Times New Roman"/>
              </a:rPr>
              <a:t>on	</a:t>
            </a:r>
            <a:r>
              <a:rPr sz="3000" spc="150" dirty="0">
                <a:latin typeface="Times New Roman"/>
                <a:cs typeface="Times New Roman"/>
              </a:rPr>
              <a:t>using		</a:t>
            </a:r>
            <a:r>
              <a:rPr sz="3000" spc="114" dirty="0">
                <a:latin typeface="Times New Roman"/>
                <a:cs typeface="Times New Roman"/>
              </a:rPr>
              <a:t>the	</a:t>
            </a:r>
            <a:r>
              <a:rPr sz="3000" spc="180" dirty="0">
                <a:latin typeface="Times New Roman"/>
                <a:cs typeface="Times New Roman"/>
              </a:rPr>
              <a:t>platform.</a:t>
            </a:r>
            <a:endParaRPr sz="3000">
              <a:latin typeface="Times New Roman"/>
              <a:cs typeface="Times New Roman"/>
            </a:endParaRPr>
          </a:p>
          <a:p>
            <a:pPr marL="382905" indent="-370840">
              <a:lnSpc>
                <a:spcPts val="3200"/>
              </a:lnSpc>
              <a:buAutoNum type="arabicPeriod" startAt="3"/>
              <a:tabLst>
                <a:tab pos="383540" algn="l"/>
                <a:tab pos="1807210" algn="l"/>
                <a:tab pos="3346450" algn="l"/>
                <a:tab pos="5273675" algn="l"/>
                <a:tab pos="6904355" algn="l"/>
                <a:tab pos="7171055" algn="l"/>
                <a:tab pos="8997950" algn="l"/>
                <a:tab pos="11020425" algn="l"/>
              </a:tabLst>
            </a:pPr>
            <a:r>
              <a:rPr sz="2900" b="1" spc="150" dirty="0">
                <a:latin typeface="Times New Roman"/>
                <a:cs typeface="Times New Roman"/>
              </a:rPr>
              <a:t>Jeremy	</a:t>
            </a:r>
            <a:r>
              <a:rPr sz="2900" b="1" spc="145" dirty="0">
                <a:latin typeface="Times New Roman"/>
                <a:cs typeface="Times New Roman"/>
              </a:rPr>
              <a:t>Blum</a:t>
            </a:r>
            <a:r>
              <a:rPr sz="2900" b="1" spc="340" dirty="0">
                <a:latin typeface="Times New Roman"/>
                <a:cs typeface="Times New Roman"/>
              </a:rPr>
              <a:t> </a:t>
            </a:r>
            <a:r>
              <a:rPr sz="2900" b="1" spc="100" dirty="0">
                <a:latin typeface="Times New Roman"/>
                <a:cs typeface="Times New Roman"/>
              </a:rPr>
              <a:t>,"	</a:t>
            </a:r>
            <a:r>
              <a:rPr sz="2900" b="1" spc="175" dirty="0">
                <a:latin typeface="Times New Roman"/>
                <a:cs typeface="Times New Roman"/>
              </a:rPr>
              <a:t>Exploring	</a:t>
            </a:r>
            <a:r>
              <a:rPr sz="2900" b="1" spc="170" dirty="0">
                <a:latin typeface="Times New Roman"/>
                <a:cs typeface="Times New Roman"/>
              </a:rPr>
              <a:t>Arduino	</a:t>
            </a:r>
            <a:r>
              <a:rPr sz="2900" b="1" spc="5" dirty="0">
                <a:latin typeface="Times New Roman"/>
                <a:cs typeface="Times New Roman"/>
              </a:rPr>
              <a:t>:	</a:t>
            </a:r>
            <a:r>
              <a:rPr sz="2900" spc="70" dirty="0">
                <a:latin typeface="Times New Roman"/>
                <a:cs typeface="Times New Roman"/>
              </a:rPr>
              <a:t>Tools</a:t>
            </a:r>
            <a:r>
              <a:rPr sz="2900" spc="300" dirty="0">
                <a:latin typeface="Times New Roman"/>
                <a:cs typeface="Times New Roman"/>
              </a:rPr>
              <a:t> </a:t>
            </a:r>
            <a:r>
              <a:rPr sz="2900" spc="110" dirty="0">
                <a:latin typeface="Times New Roman"/>
                <a:cs typeface="Times New Roman"/>
              </a:rPr>
              <a:t>and	</a:t>
            </a:r>
            <a:r>
              <a:rPr sz="2900" spc="140" dirty="0">
                <a:latin typeface="Times New Roman"/>
                <a:cs typeface="Times New Roman"/>
              </a:rPr>
              <a:t>Techniques	</a:t>
            </a:r>
            <a:r>
              <a:rPr sz="2900" spc="114" dirty="0">
                <a:latin typeface="Times New Roman"/>
                <a:cs typeface="Times New Roman"/>
              </a:rPr>
              <a:t>for</a:t>
            </a:r>
            <a:endParaRPr sz="2900">
              <a:latin typeface="Times New Roman"/>
              <a:cs typeface="Times New Roman"/>
            </a:endParaRPr>
          </a:p>
          <a:p>
            <a:pPr marL="13335">
              <a:lnSpc>
                <a:spcPts val="3390"/>
              </a:lnSpc>
              <a:tabLst>
                <a:tab pos="4183379" algn="l"/>
                <a:tab pos="5476875" algn="l"/>
                <a:tab pos="5814060" algn="l"/>
                <a:tab pos="7499350" algn="l"/>
                <a:tab pos="9253855" algn="l"/>
                <a:tab pos="9997440" algn="l"/>
                <a:tab pos="11997690" algn="l"/>
              </a:tabLst>
            </a:pPr>
            <a:r>
              <a:rPr sz="2900" spc="210" dirty="0">
                <a:latin typeface="Times New Roman"/>
                <a:cs typeface="Times New Roman"/>
              </a:rPr>
              <a:t>Engineering</a:t>
            </a:r>
            <a:r>
              <a:rPr sz="2900" spc="320" dirty="0">
                <a:latin typeface="Times New Roman"/>
                <a:cs typeface="Times New Roman"/>
              </a:rPr>
              <a:t> </a:t>
            </a:r>
            <a:r>
              <a:rPr sz="2900" spc="180" dirty="0">
                <a:latin typeface="Times New Roman"/>
                <a:cs typeface="Times New Roman"/>
              </a:rPr>
              <a:t>Wizardry"	</a:t>
            </a:r>
            <a:r>
              <a:rPr sz="2900" spc="190" dirty="0">
                <a:latin typeface="Times New Roman"/>
                <a:cs typeface="Times New Roman"/>
              </a:rPr>
              <a:t>(2013)	</a:t>
            </a:r>
            <a:r>
              <a:rPr sz="2900" spc="10" dirty="0">
                <a:latin typeface="Times New Roman"/>
                <a:cs typeface="Times New Roman"/>
              </a:rPr>
              <a:t>–	</a:t>
            </a:r>
            <a:r>
              <a:rPr sz="2900" spc="200" dirty="0">
                <a:latin typeface="Times New Roman"/>
                <a:cs typeface="Times New Roman"/>
              </a:rPr>
              <a:t>Practical	examples	</a:t>
            </a:r>
            <a:r>
              <a:rPr sz="2900" spc="160" dirty="0">
                <a:latin typeface="Times New Roman"/>
                <a:cs typeface="Times New Roman"/>
              </a:rPr>
              <a:t>and	</a:t>
            </a:r>
            <a:r>
              <a:rPr sz="2900" spc="204" dirty="0">
                <a:latin typeface="Times New Roman"/>
                <a:cs typeface="Times New Roman"/>
              </a:rPr>
              <a:t>techniques	</a:t>
            </a:r>
            <a:r>
              <a:rPr sz="2900" spc="165" dirty="0">
                <a:latin typeface="Times New Roman"/>
                <a:cs typeface="Times New Roman"/>
              </a:rPr>
              <a:t>for</a:t>
            </a:r>
            <a:endParaRPr sz="2900">
              <a:latin typeface="Times New Roman"/>
              <a:cs typeface="Times New Roman"/>
            </a:endParaRPr>
          </a:p>
          <a:p>
            <a:pPr marL="13335">
              <a:lnSpc>
                <a:spcPct val="100000"/>
              </a:lnSpc>
              <a:spcBef>
                <a:spcPts val="50"/>
              </a:spcBef>
              <a:tabLst>
                <a:tab pos="3306445" algn="l"/>
              </a:tabLst>
            </a:pPr>
            <a:r>
              <a:rPr sz="2900" spc="175" dirty="0">
                <a:latin typeface="Times New Roman"/>
                <a:cs typeface="Times New Roman"/>
              </a:rPr>
              <a:t>advanced</a:t>
            </a:r>
            <a:r>
              <a:rPr sz="2900" spc="345" dirty="0">
                <a:latin typeface="Times New Roman"/>
                <a:cs typeface="Times New Roman"/>
              </a:rPr>
              <a:t> </a:t>
            </a:r>
            <a:r>
              <a:rPr sz="2900" spc="170" dirty="0">
                <a:latin typeface="Times New Roman"/>
                <a:cs typeface="Times New Roman"/>
              </a:rPr>
              <a:t>Arduino	</a:t>
            </a:r>
            <a:r>
              <a:rPr sz="2900" spc="185" dirty="0">
                <a:latin typeface="Times New Roman"/>
                <a:cs typeface="Times New Roman"/>
              </a:rPr>
              <a:t>projects.</a:t>
            </a:r>
            <a:endParaRPr sz="2900">
              <a:latin typeface="Times New Roman"/>
              <a:cs typeface="Times New Roman"/>
            </a:endParaRPr>
          </a:p>
          <a:p>
            <a:pPr marL="13335" marR="236854">
              <a:lnSpc>
                <a:spcPct val="100299"/>
              </a:lnSpc>
              <a:spcBef>
                <a:spcPts val="40"/>
              </a:spcBef>
              <a:tabLst>
                <a:tab pos="1393190" algn="l"/>
                <a:tab pos="1604010" algn="l"/>
                <a:tab pos="1744980" algn="l"/>
                <a:tab pos="2122805" algn="l"/>
                <a:tab pos="2566035" algn="l"/>
                <a:tab pos="3059430" algn="l"/>
                <a:tab pos="3679825" algn="l"/>
                <a:tab pos="4298950" algn="l"/>
                <a:tab pos="4963160" algn="l"/>
                <a:tab pos="5207000" algn="l"/>
                <a:tab pos="5596255" algn="l"/>
                <a:tab pos="7106920" algn="l"/>
                <a:tab pos="8185784" algn="l"/>
                <a:tab pos="8613140" algn="l"/>
                <a:tab pos="8680450" algn="l"/>
                <a:tab pos="9079230" algn="l"/>
                <a:tab pos="10335260" algn="l"/>
                <a:tab pos="10356215" algn="l"/>
                <a:tab pos="11909425" algn="l"/>
                <a:tab pos="12055475" algn="l"/>
              </a:tabLst>
            </a:pPr>
            <a:r>
              <a:rPr sz="2900" b="1" spc="5" dirty="0">
                <a:latin typeface="Times New Roman"/>
                <a:cs typeface="Times New Roman"/>
              </a:rPr>
              <a:t>4..</a:t>
            </a:r>
            <a:r>
              <a:rPr sz="2900" b="1" spc="-55" dirty="0">
                <a:latin typeface="Times New Roman"/>
                <a:cs typeface="Times New Roman"/>
              </a:rPr>
              <a:t> </a:t>
            </a:r>
            <a:r>
              <a:rPr sz="2900" b="1" spc="150" dirty="0">
                <a:latin typeface="Times New Roman"/>
                <a:cs typeface="Times New Roman"/>
              </a:rPr>
              <a:t>Simon		</a:t>
            </a:r>
            <a:r>
              <a:rPr sz="2900" b="1" spc="145" dirty="0">
                <a:latin typeface="Times New Roman"/>
                <a:cs typeface="Times New Roman"/>
              </a:rPr>
              <a:t>Monk,	</a:t>
            </a:r>
            <a:r>
              <a:rPr sz="2900" b="1" spc="175" dirty="0">
                <a:latin typeface="Times New Roman"/>
                <a:cs typeface="Times New Roman"/>
              </a:rPr>
              <a:t>"Arduino	</a:t>
            </a:r>
            <a:r>
              <a:rPr sz="2900" b="1" spc="180" dirty="0">
                <a:latin typeface="Times New Roman"/>
                <a:cs typeface="Times New Roman"/>
              </a:rPr>
              <a:t>Cookbook:	</a:t>
            </a:r>
            <a:r>
              <a:rPr sz="2900" spc="170" dirty="0">
                <a:latin typeface="Times New Roman"/>
                <a:cs typeface="Times New Roman"/>
              </a:rPr>
              <a:t>Recipes	</a:t>
            </a:r>
            <a:r>
              <a:rPr sz="2900" spc="50" dirty="0">
                <a:latin typeface="Times New Roman"/>
                <a:cs typeface="Times New Roman"/>
              </a:rPr>
              <a:t>to	</a:t>
            </a:r>
            <a:r>
              <a:rPr sz="2900" spc="150" dirty="0">
                <a:latin typeface="Times New Roman"/>
                <a:cs typeface="Times New Roman"/>
              </a:rPr>
              <a:t>Begin,		</a:t>
            </a:r>
            <a:r>
              <a:rPr sz="2900" spc="175" dirty="0">
                <a:latin typeface="Times New Roman"/>
                <a:cs typeface="Times New Roman"/>
              </a:rPr>
              <a:t>Expand,	</a:t>
            </a:r>
            <a:r>
              <a:rPr sz="2900" spc="110" dirty="0">
                <a:latin typeface="Times New Roman"/>
                <a:cs typeface="Times New Roman"/>
              </a:rPr>
              <a:t>and </a:t>
            </a:r>
            <a:r>
              <a:rPr sz="2900" spc="114" dirty="0">
                <a:latin typeface="Times New Roman"/>
                <a:cs typeface="Times New Roman"/>
              </a:rPr>
              <a:t> </a:t>
            </a:r>
            <a:r>
              <a:rPr sz="2900" spc="175" dirty="0">
                <a:latin typeface="Times New Roman"/>
                <a:cs typeface="Times New Roman"/>
              </a:rPr>
              <a:t>E</a:t>
            </a:r>
            <a:r>
              <a:rPr sz="2900" spc="190" dirty="0">
                <a:latin typeface="Times New Roman"/>
                <a:cs typeface="Times New Roman"/>
              </a:rPr>
              <a:t>nh</a:t>
            </a:r>
            <a:r>
              <a:rPr sz="2900" spc="204" dirty="0">
                <a:latin typeface="Times New Roman"/>
                <a:cs typeface="Times New Roman"/>
              </a:rPr>
              <a:t>a</a:t>
            </a:r>
            <a:r>
              <a:rPr sz="2900" spc="190" dirty="0">
                <a:latin typeface="Times New Roman"/>
                <a:cs typeface="Times New Roman"/>
              </a:rPr>
              <a:t>n</a:t>
            </a:r>
            <a:r>
              <a:rPr sz="2900" spc="204" dirty="0">
                <a:latin typeface="Times New Roman"/>
                <a:cs typeface="Times New Roman"/>
              </a:rPr>
              <a:t>c</a:t>
            </a:r>
            <a:r>
              <a:rPr sz="2900" spc="10" dirty="0">
                <a:latin typeface="Times New Roman"/>
                <a:cs typeface="Times New Roman"/>
              </a:rPr>
              <a:t>e</a:t>
            </a:r>
            <a:r>
              <a:rPr sz="2900" dirty="0">
                <a:latin typeface="Times New Roman"/>
                <a:cs typeface="Times New Roman"/>
              </a:rPr>
              <a:t>	</a:t>
            </a:r>
            <a:r>
              <a:rPr sz="2900" spc="-150" dirty="0">
                <a:latin typeface="Times New Roman"/>
                <a:cs typeface="Times New Roman"/>
              </a:rPr>
              <a:t>Y</a:t>
            </a:r>
            <a:r>
              <a:rPr sz="2900" spc="114" dirty="0">
                <a:latin typeface="Times New Roman"/>
                <a:cs typeface="Times New Roman"/>
              </a:rPr>
              <a:t>ou</a:t>
            </a:r>
            <a:r>
              <a:rPr sz="2900" spc="5" dirty="0">
                <a:latin typeface="Times New Roman"/>
                <a:cs typeface="Times New Roman"/>
              </a:rPr>
              <a:t>r</a:t>
            </a:r>
            <a:r>
              <a:rPr sz="2900" dirty="0">
                <a:latin typeface="Times New Roman"/>
                <a:cs typeface="Times New Roman"/>
              </a:rPr>
              <a:t>	</a:t>
            </a:r>
            <a:r>
              <a:rPr sz="2900" spc="180" dirty="0">
                <a:latin typeface="Times New Roman"/>
                <a:cs typeface="Times New Roman"/>
              </a:rPr>
              <a:t>P</a:t>
            </a:r>
            <a:r>
              <a:rPr sz="2900" spc="229" dirty="0">
                <a:latin typeface="Times New Roman"/>
                <a:cs typeface="Times New Roman"/>
              </a:rPr>
              <a:t>r</a:t>
            </a:r>
            <a:r>
              <a:rPr sz="2900" spc="190" dirty="0">
                <a:latin typeface="Times New Roman"/>
                <a:cs typeface="Times New Roman"/>
              </a:rPr>
              <a:t>o</a:t>
            </a:r>
            <a:r>
              <a:rPr sz="2900" spc="240" dirty="0">
                <a:latin typeface="Times New Roman"/>
                <a:cs typeface="Times New Roman"/>
              </a:rPr>
              <a:t>j</a:t>
            </a:r>
            <a:r>
              <a:rPr sz="2900" spc="204" dirty="0">
                <a:latin typeface="Times New Roman"/>
                <a:cs typeface="Times New Roman"/>
              </a:rPr>
              <a:t>ec</a:t>
            </a:r>
            <a:r>
              <a:rPr sz="2900" spc="160" dirty="0">
                <a:latin typeface="Times New Roman"/>
                <a:cs typeface="Times New Roman"/>
              </a:rPr>
              <a:t>t</a:t>
            </a:r>
            <a:r>
              <a:rPr sz="2900" spc="220" dirty="0">
                <a:latin typeface="Times New Roman"/>
                <a:cs typeface="Times New Roman"/>
              </a:rPr>
              <a:t>s</a:t>
            </a:r>
            <a:r>
              <a:rPr sz="2900" spc="10" dirty="0">
                <a:latin typeface="Times New Roman"/>
                <a:cs typeface="Times New Roman"/>
              </a:rPr>
              <a:t>"</a:t>
            </a:r>
            <a:r>
              <a:rPr sz="2900" dirty="0">
                <a:latin typeface="Times New Roman"/>
                <a:cs typeface="Times New Roman"/>
              </a:rPr>
              <a:t>	</a:t>
            </a:r>
            <a:r>
              <a:rPr sz="2900" spc="150" dirty="0">
                <a:latin typeface="Times New Roman"/>
                <a:cs typeface="Times New Roman"/>
              </a:rPr>
              <a:t>(</a:t>
            </a:r>
            <a:r>
              <a:rPr sz="2900" spc="190" dirty="0">
                <a:latin typeface="Times New Roman"/>
                <a:cs typeface="Times New Roman"/>
              </a:rPr>
              <a:t>201</a:t>
            </a:r>
            <a:r>
              <a:rPr sz="2900" spc="10" dirty="0">
                <a:latin typeface="Times New Roman"/>
                <a:cs typeface="Times New Roman"/>
              </a:rPr>
              <a:t>2</a:t>
            </a:r>
            <a:r>
              <a:rPr sz="2900" spc="-250" dirty="0">
                <a:latin typeface="Times New Roman"/>
                <a:cs typeface="Times New Roman"/>
              </a:rPr>
              <a:t> </a:t>
            </a:r>
            <a:r>
              <a:rPr sz="2900" spc="5" dirty="0">
                <a:latin typeface="Times New Roman"/>
                <a:cs typeface="Times New Roman"/>
              </a:rPr>
              <a:t>)</a:t>
            </a:r>
            <a:r>
              <a:rPr sz="2900" dirty="0">
                <a:latin typeface="Times New Roman"/>
                <a:cs typeface="Times New Roman"/>
              </a:rPr>
              <a:t>	</a:t>
            </a:r>
            <a:r>
              <a:rPr sz="2900" spc="10" dirty="0">
                <a:latin typeface="Times New Roman"/>
                <a:cs typeface="Times New Roman"/>
              </a:rPr>
              <a:t>–</a:t>
            </a:r>
            <a:r>
              <a:rPr sz="2900" spc="-140" dirty="0">
                <a:latin typeface="Times New Roman"/>
                <a:cs typeface="Times New Roman"/>
              </a:rPr>
              <a:t> </a:t>
            </a:r>
            <a:r>
              <a:rPr sz="2900" spc="15" dirty="0">
                <a:latin typeface="Times New Roman"/>
                <a:cs typeface="Times New Roman"/>
              </a:rPr>
              <a:t>A</a:t>
            </a:r>
            <a:r>
              <a:rPr sz="2900" spc="-120" dirty="0">
                <a:latin typeface="Times New Roman"/>
                <a:cs typeface="Times New Roman"/>
              </a:rPr>
              <a:t> </a:t>
            </a:r>
            <a:r>
              <a:rPr sz="2900" spc="204" dirty="0">
                <a:latin typeface="Times New Roman"/>
                <a:cs typeface="Times New Roman"/>
              </a:rPr>
              <a:t>c</a:t>
            </a:r>
            <a:r>
              <a:rPr sz="2900" spc="190" dirty="0">
                <a:latin typeface="Times New Roman"/>
                <a:cs typeface="Times New Roman"/>
              </a:rPr>
              <a:t>o</a:t>
            </a:r>
            <a:r>
              <a:rPr sz="2900" spc="235" dirty="0">
                <a:latin typeface="Times New Roman"/>
                <a:cs typeface="Times New Roman"/>
              </a:rPr>
              <a:t>l</a:t>
            </a:r>
            <a:r>
              <a:rPr sz="2900" spc="160" dirty="0">
                <a:latin typeface="Times New Roman"/>
                <a:cs typeface="Times New Roman"/>
              </a:rPr>
              <a:t>l</a:t>
            </a:r>
            <a:r>
              <a:rPr sz="2900" spc="204" dirty="0">
                <a:latin typeface="Times New Roman"/>
                <a:cs typeface="Times New Roman"/>
              </a:rPr>
              <a:t>ec</a:t>
            </a:r>
            <a:r>
              <a:rPr sz="2900" spc="160" dirty="0">
                <a:latin typeface="Times New Roman"/>
                <a:cs typeface="Times New Roman"/>
              </a:rPr>
              <a:t>t</a:t>
            </a:r>
            <a:r>
              <a:rPr sz="2900" spc="235" dirty="0">
                <a:latin typeface="Times New Roman"/>
                <a:cs typeface="Times New Roman"/>
              </a:rPr>
              <a:t>i</a:t>
            </a:r>
            <a:r>
              <a:rPr sz="2900" spc="190" dirty="0">
                <a:latin typeface="Times New Roman"/>
                <a:cs typeface="Times New Roman"/>
              </a:rPr>
              <a:t>o</a:t>
            </a:r>
            <a:r>
              <a:rPr sz="2900" spc="10" dirty="0">
                <a:latin typeface="Times New Roman"/>
                <a:cs typeface="Times New Roman"/>
              </a:rPr>
              <a:t>n</a:t>
            </a:r>
            <a:r>
              <a:rPr sz="2900" dirty="0">
                <a:latin typeface="Times New Roman"/>
                <a:cs typeface="Times New Roman"/>
              </a:rPr>
              <a:t>	</a:t>
            </a:r>
            <a:r>
              <a:rPr sz="2900" spc="120" dirty="0">
                <a:latin typeface="Times New Roman"/>
                <a:cs typeface="Times New Roman"/>
              </a:rPr>
              <a:t>o</a:t>
            </a:r>
            <a:r>
              <a:rPr sz="2900" spc="5" dirty="0">
                <a:latin typeface="Times New Roman"/>
                <a:cs typeface="Times New Roman"/>
              </a:rPr>
              <a:t>f</a:t>
            </a:r>
            <a:r>
              <a:rPr sz="2900" dirty="0">
                <a:latin typeface="Times New Roman"/>
                <a:cs typeface="Times New Roman"/>
              </a:rPr>
              <a:t>		</a:t>
            </a:r>
            <a:r>
              <a:rPr sz="2900" spc="190" dirty="0">
                <a:latin typeface="Times New Roman"/>
                <a:cs typeface="Times New Roman"/>
              </a:rPr>
              <a:t>p</a:t>
            </a:r>
            <a:r>
              <a:rPr sz="2900" spc="229" dirty="0">
                <a:latin typeface="Times New Roman"/>
                <a:cs typeface="Times New Roman"/>
              </a:rPr>
              <a:t>r</a:t>
            </a:r>
            <a:r>
              <a:rPr sz="2900" spc="135" dirty="0">
                <a:latin typeface="Times New Roman"/>
                <a:cs typeface="Times New Roman"/>
              </a:rPr>
              <a:t>a</a:t>
            </a:r>
            <a:r>
              <a:rPr sz="2900" spc="204" dirty="0">
                <a:latin typeface="Times New Roman"/>
                <a:cs typeface="Times New Roman"/>
              </a:rPr>
              <a:t>c</a:t>
            </a:r>
            <a:r>
              <a:rPr sz="2900" spc="240" dirty="0">
                <a:latin typeface="Times New Roman"/>
                <a:cs typeface="Times New Roman"/>
              </a:rPr>
              <a:t>t</a:t>
            </a:r>
            <a:r>
              <a:rPr sz="2900" spc="160" dirty="0">
                <a:latin typeface="Times New Roman"/>
                <a:cs typeface="Times New Roman"/>
              </a:rPr>
              <a:t>i</a:t>
            </a:r>
            <a:r>
              <a:rPr sz="2900" spc="204" dirty="0">
                <a:latin typeface="Times New Roman"/>
                <a:cs typeface="Times New Roman"/>
              </a:rPr>
              <a:t>ca</a:t>
            </a:r>
            <a:r>
              <a:rPr sz="2900" spc="5" dirty="0">
                <a:latin typeface="Times New Roman"/>
                <a:cs typeface="Times New Roman"/>
              </a:rPr>
              <a:t>l</a:t>
            </a:r>
            <a:r>
              <a:rPr sz="2900" dirty="0">
                <a:latin typeface="Times New Roman"/>
                <a:cs typeface="Times New Roman"/>
              </a:rPr>
              <a:t>	</a:t>
            </a:r>
            <a:r>
              <a:rPr sz="2900" spc="215" dirty="0">
                <a:latin typeface="Times New Roman"/>
                <a:cs typeface="Times New Roman"/>
              </a:rPr>
              <a:t>s</a:t>
            </a:r>
            <a:r>
              <a:rPr sz="2900" spc="190" dirty="0">
                <a:latin typeface="Times New Roman"/>
                <a:cs typeface="Times New Roman"/>
              </a:rPr>
              <a:t>o</a:t>
            </a:r>
            <a:r>
              <a:rPr sz="2900" spc="160" dirty="0">
                <a:latin typeface="Times New Roman"/>
                <a:cs typeface="Times New Roman"/>
              </a:rPr>
              <a:t>l</a:t>
            </a:r>
            <a:r>
              <a:rPr sz="2900" spc="190" dirty="0">
                <a:latin typeface="Times New Roman"/>
                <a:cs typeface="Times New Roman"/>
              </a:rPr>
              <a:t>u</a:t>
            </a:r>
            <a:r>
              <a:rPr sz="2900" spc="235" dirty="0">
                <a:latin typeface="Times New Roman"/>
                <a:cs typeface="Times New Roman"/>
              </a:rPr>
              <a:t>t</a:t>
            </a:r>
            <a:r>
              <a:rPr sz="2900" spc="160" dirty="0">
                <a:latin typeface="Times New Roman"/>
                <a:cs typeface="Times New Roman"/>
              </a:rPr>
              <a:t>i</a:t>
            </a:r>
            <a:r>
              <a:rPr sz="2900" spc="190" dirty="0">
                <a:latin typeface="Times New Roman"/>
                <a:cs typeface="Times New Roman"/>
              </a:rPr>
              <a:t>on</a:t>
            </a:r>
            <a:r>
              <a:rPr sz="2900" spc="10" dirty="0">
                <a:latin typeface="Times New Roman"/>
                <a:cs typeface="Times New Roman"/>
              </a:rPr>
              <a:t>s</a:t>
            </a:r>
            <a:r>
              <a:rPr sz="2900" dirty="0">
                <a:latin typeface="Times New Roman"/>
                <a:cs typeface="Times New Roman"/>
              </a:rPr>
              <a:t>		</a:t>
            </a:r>
            <a:r>
              <a:rPr sz="2900" spc="130" dirty="0">
                <a:latin typeface="Times New Roman"/>
                <a:cs typeface="Times New Roman"/>
              </a:rPr>
              <a:t>a</a:t>
            </a:r>
            <a:r>
              <a:rPr sz="2900" spc="190" dirty="0">
                <a:latin typeface="Times New Roman"/>
                <a:cs typeface="Times New Roman"/>
              </a:rPr>
              <a:t>n</a:t>
            </a:r>
            <a:r>
              <a:rPr sz="2900" spc="5" dirty="0">
                <a:latin typeface="Times New Roman"/>
                <a:cs typeface="Times New Roman"/>
              </a:rPr>
              <a:t>d  </a:t>
            </a:r>
            <a:r>
              <a:rPr sz="2900" spc="170" dirty="0">
                <a:latin typeface="Times New Roman"/>
                <a:cs typeface="Times New Roman"/>
              </a:rPr>
              <a:t>recipes	</a:t>
            </a:r>
            <a:r>
              <a:rPr sz="2900" spc="95" dirty="0">
                <a:latin typeface="Times New Roman"/>
                <a:cs typeface="Times New Roman"/>
              </a:rPr>
              <a:t>for	</a:t>
            </a:r>
            <a:r>
              <a:rPr sz="2900" spc="160" dirty="0">
                <a:latin typeface="Times New Roman"/>
                <a:cs typeface="Times New Roman"/>
              </a:rPr>
              <a:t>common	</a:t>
            </a:r>
            <a:r>
              <a:rPr sz="2900" spc="170" dirty="0">
                <a:latin typeface="Times New Roman"/>
                <a:cs typeface="Times New Roman"/>
              </a:rPr>
              <a:t>Arduino	</a:t>
            </a:r>
            <a:r>
              <a:rPr sz="2900" spc="155" dirty="0">
                <a:latin typeface="Times New Roman"/>
                <a:cs typeface="Times New Roman"/>
              </a:rPr>
              <a:t>tasks.</a:t>
            </a:r>
            <a:endParaRPr sz="290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1176</Words>
  <Application>Microsoft Office PowerPoint</Application>
  <PresentationFormat>Custom</PresentationFormat>
  <Paragraphs>69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 MT</vt:lpstr>
      <vt:lpstr>Calibri</vt:lpstr>
      <vt:lpstr>Times New Roman</vt:lpstr>
      <vt:lpstr>Office Theme</vt:lpstr>
      <vt:lpstr>PROJECT REPORT (ECS1002)</vt:lpstr>
      <vt:lpstr>Summary</vt:lpstr>
      <vt:lpstr>Index</vt:lpstr>
      <vt:lpstr>Objective The primary objective of this project is to design and implement an alcohol detection system that  automatically prevents drunk driving by detecting the alcohol concentration in the driver's breath. Drunk  driving poses significant risks on the road, leading to accidents, injuries, and fatalities. Current methods of  detecting drunk driving involve manual intervention, such as random checks and the use of breath analyzers  by law enforcement, which can be inefficient and inconsistent. This system aims to address these challenges  by providing an automated solution that detects alcohol levels directly in the vehicle, thereby enhancing  road safety</vt:lpstr>
      <vt:lpstr>COMPONENTS</vt:lpstr>
      <vt:lpstr>Arduino Uno The Arduino UNO is a widely admired microcontroller board within the Arduino family. It  features an ATmega328P microcontroller, combining an AVR RISC (Reduced Instruction Set  Computer) architecture CPU and essential peripherals. The board includes a set of GPIO  (General Purpose Input/Output) pins, allowing for the connection of various sensors and  devices to support a wide range of applications.</vt:lpstr>
      <vt:lpstr>Gpio(General Purpose Input/Output):</vt:lpstr>
      <vt:lpstr>The Drunk Driving Detection System consists of below</vt:lpstr>
      <vt:lpstr>Alcohol Sensor</vt:lpstr>
      <vt:lpstr>L293D Module</vt:lpstr>
      <vt:lpstr>Alcohol Detection system</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REPORT (ECS1002)</dc:title>
  <dc:creator>VITAP</dc:creator>
  <cp:lastModifiedBy>VITAP</cp:lastModifiedBy>
  <cp:revision>2</cp:revision>
  <dcterms:modified xsi:type="dcterms:W3CDTF">2025-09-11T03:17:00Z</dcterms:modified>
</cp:coreProperties>
</file>